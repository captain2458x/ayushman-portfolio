
<file path=[Content_Types].xml><?xml version="1.0" encoding="utf-8"?>
<Types xmlns="http://schemas.openxmlformats.org/package/2006/content-types">
  <Override PartName="/customXml/itemProps3.xml" ContentType="application/vnd.openxmlformats-officedocument.customXmlProperties+xml"/>
  <Override PartName="/ppt/slides/slide6.xml" ContentType="application/vnd.openxmlformats-officedocument.presentationml.slide+xml"/>
  <Override PartName="/ppt/slideLayouts/slideLayout8.xml" ContentType="application/vnd.openxmlformats-officedocument.presentationml.slideLayout+xml"/>
  <Override PartName="/ppt/slideLayouts/slideLayout19.xml" ContentType="application/vnd.openxmlformats-officedocument.presentationml.slideLayout+xml"/>
  <Override PartName="/ppt/notesSlides/notesSlide2.xml" ContentType="application/vnd.openxmlformats-officedocument.presentationml.notesSlide+xml"/>
  <Override PartName="/docMetadata/LabelInfo.xml" ContentType="application/vnd.ms-office.classificationlabels+xml"/>
  <Override PartName="/customXml/itemProps1.xml" ContentType="application/vnd.openxmlformats-officedocument.customXmlProperties+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Layouts/slideLayout17.xml" ContentType="application/vnd.openxmlformats-officedocument.presentationml.slideLayout+xml"/>
  <Override PartName="/ppt/theme/theme3.xml" ContentType="application/vnd.openxmlformats-officedocument.theme+xml"/>
  <Override PartName="/ppt/slides/slide2.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15.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docProps/custom.xml" ContentType="application/vnd.openxmlformats-officedocument.custom-properties+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handoutMasters/handoutMaster1.xml" ContentType="application/vnd.openxmlformats-officedocument.presentationml.handoutMaster+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customXml/itemProps2.xml" ContentType="application/vnd.openxmlformats-officedocument.customXmlProperties+xml"/>
  <Override PartName="/ppt/slides/slide5.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Override PartName="/ppt/notesSlides/notesSlide3.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Default Extension="jpeg" ContentType="image/jpeg"/>
  <Override PartName="/ppt/slideLayouts/slideLayout3.xml" ContentType="application/vnd.openxmlformats-officedocument.presentationml.slideLayout+xml"/>
  <Override PartName="/ppt/slideLayouts/slideLayout16.xml" ContentType="application/vnd.openxmlformats-officedocument.presentationml.slideLayout+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autoCompressPictures="0">
  <p:sldMasterIdLst>
    <p:sldMasterId id="2147483830" r:id="rId4"/>
  </p:sldMasterIdLst>
  <p:notesMasterIdLst>
    <p:notesMasterId r:id="rId27"/>
  </p:notesMasterIdLst>
  <p:handoutMasterIdLst>
    <p:handoutMasterId r:id="rId28"/>
  </p:handoutMasterIdLst>
  <p:sldIdLst>
    <p:sldId id="409" r:id="rId5"/>
    <p:sldId id="257" r:id="rId6"/>
    <p:sldId id="408" r:id="rId7"/>
    <p:sldId id="279" r:id="rId8"/>
    <p:sldId id="389" r:id="rId9"/>
    <p:sldId id="410" r:id="rId10"/>
    <p:sldId id="393" r:id="rId11"/>
    <p:sldId id="414" r:id="rId12"/>
    <p:sldId id="415" r:id="rId13"/>
    <p:sldId id="416" r:id="rId14"/>
    <p:sldId id="321" r:id="rId15"/>
    <p:sldId id="405" r:id="rId16"/>
    <p:sldId id="392" r:id="rId17"/>
    <p:sldId id="395" r:id="rId18"/>
    <p:sldId id="396" r:id="rId19"/>
    <p:sldId id="397" r:id="rId20"/>
    <p:sldId id="398" r:id="rId21"/>
    <p:sldId id="399" r:id="rId22"/>
    <p:sldId id="401" r:id="rId23"/>
    <p:sldId id="402" r:id="rId24"/>
    <p:sldId id="406" r:id="rId25"/>
    <p:sldId id="391"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15:guide id="2" pos="3840">
          <p15:clr>
            <a:srgbClr val="F26B43"/>
          </p15:clr>
        </p15:guide>
        <p15:guide id="3" orient="horz" pos="2160">
          <p15:clr>
            <a:srgbClr val="A4A3A4"/>
          </p15:clr>
        </p15:guide>
      </p15:sldGuideLst>
    </p:ext>
    <p:ext uri="{2D200454-40CA-4A62-9FC3-DE9A4176ACB9}">
      <p15:notesGuideLst xmlns=""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loop="1" showNarration="1" useTimings="0">
    <p:present/>
    <p:sldRg st="1" end="16"/>
    <p:penClr>
      <a:srgbClr val="FF0000"/>
    </p:penClr>
    <p:extLst>
      <p:ext uri="{EC167BDD-8182-4AB7-AECC-EB403E3ABB37}">
        <p14:laserClr xmlns="" xmlns:p14="http://schemas.microsoft.com/office/powerpoint/2010/main">
          <a:srgbClr val="FF0000"/>
        </p14:laserClr>
      </p:ext>
      <p:ext uri="{2FDB2607-1784-4EEB-B798-7EB5836EED8A}">
        <p14:showMediaCtrls xmlns="" xmlns:p14="http://schemas.microsoft.com/office/powerpoint/2010/main" val="1"/>
      </p:ext>
    </p:extLst>
  </p:showPr>
  <p:clrMru>
    <a:srgbClr val="37335B"/>
    <a:srgbClr val="CCE8DA"/>
  </p:clrMru>
  <p:extLst>
    <p:ext uri="{E76CE94A-603C-4142-B9EB-6D1370010A27}">
      <p14:discardImageEditData xmlns="" xmlns:p14="http://schemas.microsoft.com/office/powerpoint/2010/main" val="0"/>
    </p:ext>
    <p:ext uri="{D31A062A-798A-4329-ABDD-BBA856620510}">
      <p14:defaultImageDpi xmlns="" xmlns:p14="http://schemas.microsoft.com/office/powerpoint/2010/main" val="150"/>
    </p:ext>
    <p:ext uri="{FD5EFAAD-0ECE-453E-9831-46B23BE46B34}">
      <p15:chartTrackingRefBased xmlns=""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25653" autoAdjust="0"/>
    <p:restoredTop sz="93725" autoAdjust="0"/>
  </p:normalViewPr>
  <p:slideViewPr>
    <p:cSldViewPr snapToGrid="0">
      <p:cViewPr varScale="1">
        <p:scale>
          <a:sx n="85" d="100"/>
          <a:sy n="85" d="100"/>
        </p:scale>
        <p:origin x="-348" y="-96"/>
      </p:cViewPr>
      <p:guideLst>
        <p:guide orient="horz" pos="2160"/>
        <p:guide pos="3840"/>
      </p:guideLst>
    </p:cSldViewPr>
  </p:slideViewPr>
  <p:outlineViewPr>
    <p:cViewPr>
      <p:scale>
        <a:sx n="33" d="100"/>
        <a:sy n="33" d="100"/>
      </p:scale>
      <p:origin x="0" y="-2709"/>
    </p:cViewPr>
  </p:outlineViewPr>
  <p:notesTextViewPr>
    <p:cViewPr>
      <p:scale>
        <a:sx n="1" d="1"/>
        <a:sy n="1" d="1"/>
      </p:scale>
      <p:origin x="0" y="0"/>
    </p:cViewPr>
  </p:notesTextViewPr>
  <p:sorterViewPr>
    <p:cViewPr varScale="1">
      <p:scale>
        <a:sx n="1" d="1"/>
        <a:sy n="1" d="1"/>
      </p:scale>
      <p:origin x="0" y="0"/>
    </p:cViewPr>
  </p:sorterViewPr>
  <p:notesViewPr>
    <p:cSldViewPr snapToGrid="0">
      <p:cViewPr varScale="1">
        <p:scale>
          <a:sx n="48" d="100"/>
          <a:sy n="48" d="100"/>
        </p:scale>
        <p:origin x="1911" y="48"/>
      </p:cViewPr>
      <p:guideLst/>
    </p:cSldViewPr>
  </p:notes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handoutMaster" Target="handoutMasters/handoutMaster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notesMaster" Target="notesMasters/notesMaster1.xml"/><Relationship Id="rId30"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 xmlns:a16="http://schemas.microsoft.com/office/drawing/2014/main" id="{D1471C2C-1567-47F4-803E-468024209D92}"/>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 xmlns:a16="http://schemas.microsoft.com/office/drawing/2014/main" id="{058F5B09-2954-46C6-97BB-9E10649FE2C3}"/>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17F2C1D-F243-42AB-ADF2-E7CB4E04900E}" type="datetimeFigureOut">
              <a:rPr lang="en-US" smtClean="0"/>
              <a:pPr/>
              <a:t>8/26/2023</a:t>
            </a:fld>
            <a:endParaRPr lang="en-US" dirty="0"/>
          </a:p>
        </p:txBody>
      </p:sp>
      <p:sp>
        <p:nvSpPr>
          <p:cNvPr id="4" name="Footer Placeholder 3">
            <a:extLst>
              <a:ext uri="{FF2B5EF4-FFF2-40B4-BE49-F238E27FC236}">
                <a16:creationId xmlns="" xmlns:a16="http://schemas.microsoft.com/office/drawing/2014/main" id="{E39A204B-EBA9-4C6D-BFB2-A104F00C8E26}"/>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 xmlns:a16="http://schemas.microsoft.com/office/drawing/2014/main" id="{855F72FC-4D2D-4E5B-A4DD-62E2C822FB1E}"/>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23CDBB5-5B4A-4483-935D-A73935186B4D}" type="slidenum">
              <a:rPr lang="en-US" smtClean="0"/>
              <a:pPr/>
              <a:t>‹#›</a:t>
            </a:fld>
            <a:endParaRPr lang="en-US" dirty="0"/>
          </a:p>
        </p:txBody>
      </p:sp>
    </p:spTree>
    <p:extLst>
      <p:ext uri="{BB962C8B-B14F-4D97-AF65-F5344CB8AC3E}">
        <p14:creationId xmlns="" xmlns:p14="http://schemas.microsoft.com/office/powerpoint/2010/main" val="261923779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20CE34E-5667-4A32-A6BA-10C7A552BC63}" type="datetimeFigureOut">
              <a:rPr lang="en-US" smtClean="0"/>
              <a:pPr/>
              <a:t>8/26/2023</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7CCE34D-CFF1-4FFE-815B-D050E7ED2DFD}" type="slidenum">
              <a:rPr lang="en-US" smtClean="0"/>
              <a:pPr/>
              <a:t>‹#›</a:t>
            </a:fld>
            <a:endParaRPr lang="en-US" dirty="0"/>
          </a:p>
        </p:txBody>
      </p:sp>
    </p:spTree>
    <p:extLst>
      <p:ext uri="{BB962C8B-B14F-4D97-AF65-F5344CB8AC3E}">
        <p14:creationId xmlns="" xmlns:p14="http://schemas.microsoft.com/office/powerpoint/2010/main" val="397936288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983A999-5E0E-42CA-8400-604AE921FF7C}" type="slidenum">
              <a:rPr lang="en-US" smtClean="0"/>
              <a:pPr/>
              <a:t>2</a:t>
            </a:fld>
            <a:endParaRPr lang="en-US" dirty="0"/>
          </a:p>
        </p:txBody>
      </p:sp>
    </p:spTree>
    <p:extLst>
      <p:ext uri="{BB962C8B-B14F-4D97-AF65-F5344CB8AC3E}">
        <p14:creationId xmlns="" xmlns:p14="http://schemas.microsoft.com/office/powerpoint/2010/main" val="156083596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983A999-5E0E-42CA-8400-604AE921FF7C}" type="slidenum">
              <a:rPr lang="en-US" smtClean="0"/>
              <a:pPr/>
              <a:t>6</a:t>
            </a:fld>
            <a:endParaRPr lang="en-US" dirty="0"/>
          </a:p>
        </p:txBody>
      </p:sp>
    </p:spTree>
    <p:extLst>
      <p:ext uri="{BB962C8B-B14F-4D97-AF65-F5344CB8AC3E}">
        <p14:creationId xmlns="" xmlns:p14="http://schemas.microsoft.com/office/powerpoint/2010/main" val="210033125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983A999-5E0E-42CA-8400-604AE921FF7C}" type="slidenum">
              <a:rPr lang="en-US" smtClean="0"/>
              <a:pPr/>
              <a:t>11</a:t>
            </a:fld>
            <a:endParaRPr lang="en-US" dirty="0"/>
          </a:p>
        </p:txBody>
      </p:sp>
    </p:spTree>
    <p:extLst>
      <p:ext uri="{BB962C8B-B14F-4D97-AF65-F5344CB8AC3E}">
        <p14:creationId xmlns="" xmlns:p14="http://schemas.microsoft.com/office/powerpoint/2010/main" val="415089267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1">
        <a:schemeClr val="bg2"/>
      </p:bgRef>
    </p:bg>
    <p:spTree>
      <p:nvGrpSpPr>
        <p:cNvPr id="1" name=""/>
        <p:cNvGrpSpPr/>
        <p:nvPr/>
      </p:nvGrpSpPr>
      <p:grpSpPr>
        <a:xfrm>
          <a:off x="0" y="0"/>
          <a:ext cx="0" cy="0"/>
          <a:chOff x="0" y="0"/>
          <a:chExt cx="0" cy="0"/>
        </a:xfrm>
      </p:grpSpPr>
      <p:sp>
        <p:nvSpPr>
          <p:cNvPr id="15" name="Rectangle 14"/>
          <p:cNvSpPr>
            <a:spLocks noChangeArrowheads="1"/>
          </p:cNvSpPr>
          <p:nvPr/>
        </p:nvSpPr>
        <p:spPr bwMode="white">
          <a:xfrm>
            <a:off x="0" y="6705600"/>
            <a:ext cx="12192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9" name="Rectangle 18"/>
          <p:cNvSpPr>
            <a:spLocks noChangeArrowheads="1"/>
          </p:cNvSpPr>
          <p:nvPr/>
        </p:nvSpPr>
        <p:spPr bwMode="white">
          <a:xfrm>
            <a:off x="11988800" y="3048"/>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8" name="Rectangle 17"/>
          <p:cNvSpPr>
            <a:spLocks noChangeArrowheads="1"/>
          </p:cNvSpPr>
          <p:nvPr/>
        </p:nvSpPr>
        <p:spPr bwMode="white">
          <a:xfrm>
            <a:off x="0" y="0"/>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6" name="Rectangle 15"/>
          <p:cNvSpPr>
            <a:spLocks noChangeArrowheads="1"/>
          </p:cNvSpPr>
          <p:nvPr/>
        </p:nvSpPr>
        <p:spPr bwMode="white">
          <a:xfrm>
            <a:off x="0" y="0"/>
            <a:ext cx="12192000" cy="25146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2" name="Rectangle 11"/>
          <p:cNvSpPr>
            <a:spLocks noChangeArrowheads="1"/>
          </p:cNvSpPr>
          <p:nvPr/>
        </p:nvSpPr>
        <p:spPr bwMode="auto">
          <a:xfrm>
            <a:off x="195072" y="6391657"/>
            <a:ext cx="11777472"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9" name="Subtitle 8"/>
          <p:cNvSpPr>
            <a:spLocks noGrp="1"/>
          </p:cNvSpPr>
          <p:nvPr>
            <p:ph type="subTitle" idx="1"/>
          </p:nvPr>
        </p:nvSpPr>
        <p:spPr>
          <a:xfrm>
            <a:off x="1828800" y="2819400"/>
            <a:ext cx="8534400" cy="1752600"/>
          </a:xfrm>
        </p:spPr>
        <p:txBody>
          <a:bodyPr/>
          <a:lstStyle>
            <a:lvl1pPr marL="0" indent="0" algn="ctr">
              <a:buNone/>
              <a:defRPr sz="1600" b="1" cap="all" spc="250" baseline="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28" name="Date Placeholder 27"/>
          <p:cNvSpPr>
            <a:spLocks noGrp="1"/>
          </p:cNvSpPr>
          <p:nvPr>
            <p:ph type="dt" sz="half" idx="10"/>
          </p:nvPr>
        </p:nvSpPr>
        <p:spPr/>
        <p:txBody>
          <a:bodyPr/>
          <a:lstStyle/>
          <a:p>
            <a:r>
              <a:rPr lang="en-US" dirty="0" smtClean="0"/>
              <a:t>Tuesday, February 2, 20XX</a:t>
            </a:r>
            <a:endParaRPr lang="en-US" dirty="0"/>
          </a:p>
        </p:txBody>
      </p:sp>
      <p:sp>
        <p:nvSpPr>
          <p:cNvPr id="17" name="Footer Placeholder 16"/>
          <p:cNvSpPr>
            <a:spLocks noGrp="1"/>
          </p:cNvSpPr>
          <p:nvPr>
            <p:ph type="ftr" sz="quarter" idx="11"/>
          </p:nvPr>
        </p:nvSpPr>
        <p:spPr/>
        <p:txBody>
          <a:bodyPr/>
          <a:lstStyle/>
          <a:p>
            <a:r>
              <a:rPr lang="en-US" dirty="0" smtClean="0"/>
              <a:t>Sample Footer Text</a:t>
            </a:r>
            <a:endParaRPr lang="en-US" dirty="0"/>
          </a:p>
        </p:txBody>
      </p:sp>
      <p:sp>
        <p:nvSpPr>
          <p:cNvPr id="7" name="Straight Connector 6"/>
          <p:cNvSpPr>
            <a:spLocks noChangeShapeType="1"/>
          </p:cNvSpPr>
          <p:nvPr/>
        </p:nvSpPr>
        <p:spPr bwMode="auto">
          <a:xfrm>
            <a:off x="207264" y="2420112"/>
            <a:ext cx="11777472"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dirty="0"/>
          </a:p>
        </p:txBody>
      </p:sp>
      <p:sp>
        <p:nvSpPr>
          <p:cNvPr id="10" name="Rectangle 9"/>
          <p:cNvSpPr>
            <a:spLocks noChangeArrowheads="1"/>
          </p:cNvSpPr>
          <p:nvPr/>
        </p:nvSpPr>
        <p:spPr bwMode="auto">
          <a:xfrm>
            <a:off x="203200" y="152400"/>
            <a:ext cx="11777472"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3" name="Oval 12"/>
          <p:cNvSpPr/>
          <p:nvPr/>
        </p:nvSpPr>
        <p:spPr>
          <a:xfrm>
            <a:off x="5689600" y="2115312"/>
            <a:ext cx="8128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4" name="Oval 13"/>
          <p:cNvSpPr/>
          <p:nvPr/>
        </p:nvSpPr>
        <p:spPr>
          <a:xfrm>
            <a:off x="5815584" y="2209800"/>
            <a:ext cx="560832"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9" name="Slide Number Placeholder 28"/>
          <p:cNvSpPr>
            <a:spLocks noGrp="1"/>
          </p:cNvSpPr>
          <p:nvPr>
            <p:ph type="sldNum" sz="quarter" idx="12"/>
          </p:nvPr>
        </p:nvSpPr>
        <p:spPr>
          <a:xfrm>
            <a:off x="5791200" y="2199451"/>
            <a:ext cx="609600" cy="441325"/>
          </a:xfrm>
        </p:spPr>
        <p:txBody>
          <a:bodyPr/>
          <a:lstStyle>
            <a:lvl1pPr>
              <a:defRPr>
                <a:solidFill>
                  <a:schemeClr val="accent3">
                    <a:shade val="75000"/>
                  </a:schemeClr>
                </a:solidFill>
              </a:defRPr>
            </a:lvl1pPr>
          </a:lstStyle>
          <a:p>
            <a:fld id="{DBA1B0FB-D917-4C8C-928F-313BD683BF39}" type="slidenum">
              <a:rPr lang="en-US" smtClean="0"/>
              <a:pPr/>
              <a:t>‹#›</a:t>
            </a:fld>
            <a:endParaRPr lang="en-US" dirty="0"/>
          </a:p>
        </p:txBody>
      </p:sp>
      <p:sp>
        <p:nvSpPr>
          <p:cNvPr id="8" name="Title 7"/>
          <p:cNvSpPr>
            <a:spLocks noGrp="1"/>
          </p:cNvSpPr>
          <p:nvPr>
            <p:ph type="ctrTitle"/>
          </p:nvPr>
        </p:nvSpPr>
        <p:spPr>
          <a:xfrm>
            <a:off x="914400" y="381000"/>
            <a:ext cx="10363200" cy="1752600"/>
          </a:xfrm>
        </p:spPr>
        <p:txBody>
          <a:bodyPr anchor="b"/>
          <a:lstStyle>
            <a:lvl1pPr>
              <a:defRPr sz="4200">
                <a:solidFill>
                  <a:schemeClr val="accent1"/>
                </a:solidFill>
              </a:defRPr>
            </a:lvl1pPr>
          </a:lstStyle>
          <a:p>
            <a:r>
              <a:rPr kumimoji="0" lang="en-US" smtClean="0"/>
              <a:t>Click to edit Master title style</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3">
                    <a:shade val="75000"/>
                  </a:schemeClr>
                </a:solidFill>
              </a:defRPr>
            </a:lvl1pPr>
          </a:lstStyle>
          <a:p>
            <a:r>
              <a:rPr kumimoji="0" lang="en-US" smtClean="0"/>
              <a:t>Click to edit Master title style</a:t>
            </a:r>
            <a:endParaRPr kumimoji="0" lang="en-US"/>
          </a:p>
        </p:txBody>
      </p:sp>
      <p:sp>
        <p:nvSpPr>
          <p:cNvPr id="4" name="Date Placeholder 3"/>
          <p:cNvSpPr>
            <a:spLocks noGrp="1"/>
          </p:cNvSpPr>
          <p:nvPr>
            <p:ph type="dt" sz="half" idx="10"/>
          </p:nvPr>
        </p:nvSpPr>
        <p:spPr/>
        <p:txBody>
          <a:bodyPr/>
          <a:lstStyle/>
          <a:p>
            <a:r>
              <a:rPr lang="en-US" dirty="0" smtClean="0"/>
              <a:t>Tuesday, February 2, 20XX</a:t>
            </a:r>
            <a:endParaRPr lang="en-US" dirty="0"/>
          </a:p>
        </p:txBody>
      </p:sp>
      <p:sp>
        <p:nvSpPr>
          <p:cNvPr id="5" name="Footer Placeholder 4"/>
          <p:cNvSpPr>
            <a:spLocks noGrp="1"/>
          </p:cNvSpPr>
          <p:nvPr>
            <p:ph type="ftr" sz="quarter" idx="11"/>
          </p:nvPr>
        </p:nvSpPr>
        <p:spPr/>
        <p:txBody>
          <a:bodyPr/>
          <a:lstStyle/>
          <a:p>
            <a:r>
              <a:rPr lang="en-US" dirty="0" smtClean="0"/>
              <a:t>Sample Footer Text</a:t>
            </a:r>
            <a:endParaRPr lang="en-US" dirty="0"/>
          </a:p>
        </p:txBody>
      </p:sp>
      <p:sp>
        <p:nvSpPr>
          <p:cNvPr id="6" name="Slide Number Placeholder 5"/>
          <p:cNvSpPr>
            <a:spLocks noGrp="1"/>
          </p:cNvSpPr>
          <p:nvPr>
            <p:ph type="sldNum" sz="quarter" idx="12"/>
          </p:nvPr>
        </p:nvSpPr>
        <p:spPr>
          <a:xfrm>
            <a:off x="5815584" y="1026373"/>
            <a:ext cx="609600" cy="441325"/>
          </a:xfrm>
        </p:spPr>
        <p:txBody>
          <a:bodyPr/>
          <a:lstStyle/>
          <a:p>
            <a:fld id="{DBA1B0FB-D917-4C8C-928F-313BD683BF39}" type="slidenum">
              <a:rPr lang="en-US" smtClean="0"/>
              <a:pPr/>
              <a:t>‹#›</a:t>
            </a:fld>
            <a:endParaRPr lang="en-US" dirty="0"/>
          </a:p>
        </p:txBody>
      </p:sp>
      <p:sp>
        <p:nvSpPr>
          <p:cNvPr id="8" name="Content Placeholder 7"/>
          <p:cNvSpPr>
            <a:spLocks noGrp="1"/>
          </p:cNvSpPr>
          <p:nvPr>
            <p:ph sz="quarter" idx="1"/>
          </p:nvPr>
        </p:nvSpPr>
        <p:spPr>
          <a:xfrm>
            <a:off x="402336" y="1527048"/>
            <a:ext cx="11338560" cy="45720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overrideClrMapping bg1="lt1" tx1="dk1" bg2="lt2" tx2="dk2" accent1="accent1" accent2="accent2" accent3="accent3" accent4="accent4" accent5="accent5" accent6="accent6" hlink="hlink" folHlink="folHlink"/>
  </p:clrMapOvr>
  <p:hf hdr="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1"/>
      </p:bgRef>
    </p:bg>
    <p:spTree>
      <p:nvGrpSpPr>
        <p:cNvPr id="1" name=""/>
        <p:cNvGrpSpPr/>
        <p:nvPr/>
      </p:nvGrpSpPr>
      <p:grpSpPr>
        <a:xfrm>
          <a:off x="0" y="0"/>
          <a:ext cx="0" cy="0"/>
          <a:chOff x="0" y="0"/>
          <a:chExt cx="0" cy="0"/>
        </a:xfrm>
      </p:grpSpPr>
      <p:sp>
        <p:nvSpPr>
          <p:cNvPr id="17" name="Rectangle 16"/>
          <p:cNvSpPr>
            <a:spLocks noChangeArrowheads="1"/>
          </p:cNvSpPr>
          <p:nvPr/>
        </p:nvSpPr>
        <p:spPr bwMode="white">
          <a:xfrm>
            <a:off x="0" y="0"/>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5" name="Rectangle 14"/>
          <p:cNvSpPr>
            <a:spLocks noChangeArrowheads="1"/>
          </p:cNvSpPr>
          <p:nvPr/>
        </p:nvSpPr>
        <p:spPr bwMode="white">
          <a:xfrm>
            <a:off x="0" y="6705600"/>
            <a:ext cx="12192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6" name="Rectangle 15"/>
          <p:cNvSpPr>
            <a:spLocks noChangeArrowheads="1"/>
          </p:cNvSpPr>
          <p:nvPr/>
        </p:nvSpPr>
        <p:spPr bwMode="white">
          <a:xfrm>
            <a:off x="0" y="0"/>
            <a:ext cx="12192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8" name="Rectangle 17"/>
          <p:cNvSpPr>
            <a:spLocks noChangeArrowheads="1"/>
          </p:cNvSpPr>
          <p:nvPr/>
        </p:nvSpPr>
        <p:spPr bwMode="white">
          <a:xfrm>
            <a:off x="11988800" y="19050"/>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9" name="Rectangle 18"/>
          <p:cNvSpPr>
            <a:spLocks noChangeArrowheads="1"/>
          </p:cNvSpPr>
          <p:nvPr/>
        </p:nvSpPr>
        <p:spPr bwMode="white">
          <a:xfrm>
            <a:off x="203200" y="2286000"/>
            <a:ext cx="11777472" cy="3048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2" name="Rectangle 11"/>
          <p:cNvSpPr>
            <a:spLocks noChangeArrowheads="1"/>
          </p:cNvSpPr>
          <p:nvPr/>
        </p:nvSpPr>
        <p:spPr bwMode="auto">
          <a:xfrm>
            <a:off x="207264" y="142352"/>
            <a:ext cx="11777472" cy="2139696"/>
          </a:xfrm>
          <a:prstGeom prst="rect">
            <a:avLst/>
          </a:prstGeom>
          <a:solidFill>
            <a:schemeClr val="accent1"/>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3" name="Text Placeholder 2"/>
          <p:cNvSpPr>
            <a:spLocks noGrp="1"/>
          </p:cNvSpPr>
          <p:nvPr>
            <p:ph type="body" idx="1"/>
          </p:nvPr>
        </p:nvSpPr>
        <p:spPr>
          <a:xfrm>
            <a:off x="1824568" y="2743200"/>
            <a:ext cx="8640232" cy="1673225"/>
          </a:xfrm>
        </p:spPr>
        <p:txBody>
          <a:bodyPr anchor="t"/>
          <a:lstStyle>
            <a:lvl1pPr marL="0" indent="0" algn="ctr">
              <a:buNone/>
              <a:defRPr sz="1600" b="1" cap="all" spc="250" baseline="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13" name="Rectangle 12"/>
          <p:cNvSpPr>
            <a:spLocks noChangeArrowheads="1"/>
          </p:cNvSpPr>
          <p:nvPr/>
        </p:nvSpPr>
        <p:spPr bwMode="auto">
          <a:xfrm>
            <a:off x="195072" y="6391657"/>
            <a:ext cx="11777472"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4" name="Rectangle 13"/>
          <p:cNvSpPr>
            <a:spLocks noChangeArrowheads="1"/>
          </p:cNvSpPr>
          <p:nvPr/>
        </p:nvSpPr>
        <p:spPr bwMode="auto">
          <a:xfrm>
            <a:off x="203200" y="152400"/>
            <a:ext cx="11777472"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5" name="Footer Placeholder 4"/>
          <p:cNvSpPr>
            <a:spLocks noGrp="1"/>
          </p:cNvSpPr>
          <p:nvPr>
            <p:ph type="ftr" sz="quarter" idx="11"/>
          </p:nvPr>
        </p:nvSpPr>
        <p:spPr/>
        <p:txBody>
          <a:bodyPr/>
          <a:lstStyle/>
          <a:p>
            <a:r>
              <a:rPr lang="en-US" dirty="0" smtClean="0"/>
              <a:t>Sample Footer Text</a:t>
            </a:r>
            <a:endParaRPr lang="en-US" dirty="0"/>
          </a:p>
        </p:txBody>
      </p:sp>
      <p:sp>
        <p:nvSpPr>
          <p:cNvPr id="4" name="Date Placeholder 3"/>
          <p:cNvSpPr>
            <a:spLocks noGrp="1"/>
          </p:cNvSpPr>
          <p:nvPr>
            <p:ph type="dt" sz="half" idx="10"/>
          </p:nvPr>
        </p:nvSpPr>
        <p:spPr/>
        <p:txBody>
          <a:bodyPr/>
          <a:lstStyle/>
          <a:p>
            <a:r>
              <a:rPr lang="en-US" dirty="0" smtClean="0"/>
              <a:t>Tuesday, February 2, 20XX</a:t>
            </a:r>
            <a:endParaRPr lang="en-US" dirty="0"/>
          </a:p>
        </p:txBody>
      </p:sp>
      <p:sp>
        <p:nvSpPr>
          <p:cNvPr id="8" name="Straight Connector 7"/>
          <p:cNvSpPr>
            <a:spLocks noChangeShapeType="1"/>
          </p:cNvSpPr>
          <p:nvPr/>
        </p:nvSpPr>
        <p:spPr bwMode="auto">
          <a:xfrm>
            <a:off x="203200" y="2438400"/>
            <a:ext cx="11777472"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dirty="0"/>
          </a:p>
        </p:txBody>
      </p:sp>
      <p:sp>
        <p:nvSpPr>
          <p:cNvPr id="10" name="Oval 9"/>
          <p:cNvSpPr/>
          <p:nvPr/>
        </p:nvSpPr>
        <p:spPr>
          <a:xfrm>
            <a:off x="5689600" y="2115312"/>
            <a:ext cx="8128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1" name="Oval 10"/>
          <p:cNvSpPr/>
          <p:nvPr/>
        </p:nvSpPr>
        <p:spPr>
          <a:xfrm>
            <a:off x="5815584" y="2209800"/>
            <a:ext cx="560832"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6" name="Slide Number Placeholder 5"/>
          <p:cNvSpPr>
            <a:spLocks noGrp="1"/>
          </p:cNvSpPr>
          <p:nvPr>
            <p:ph type="sldNum" sz="quarter" idx="12"/>
          </p:nvPr>
        </p:nvSpPr>
        <p:spPr>
          <a:xfrm>
            <a:off x="5791200" y="2199451"/>
            <a:ext cx="609600" cy="441325"/>
          </a:xfrm>
        </p:spPr>
        <p:txBody>
          <a:bodyPr/>
          <a:lstStyle>
            <a:lvl1pPr>
              <a:defRPr>
                <a:solidFill>
                  <a:schemeClr val="accent3">
                    <a:shade val="75000"/>
                  </a:schemeClr>
                </a:solidFill>
              </a:defRPr>
            </a:lvl1pPr>
          </a:lstStyle>
          <a:p>
            <a:fld id="{DBA1B0FB-D917-4C8C-928F-313BD683BF39}" type="slidenum">
              <a:rPr lang="en-US" smtClean="0"/>
              <a:pPr/>
              <a:t>‹#›</a:t>
            </a:fld>
            <a:endParaRPr lang="en-US" dirty="0"/>
          </a:p>
        </p:txBody>
      </p:sp>
      <p:sp>
        <p:nvSpPr>
          <p:cNvPr id="2" name="Title 1"/>
          <p:cNvSpPr>
            <a:spLocks noGrp="1"/>
          </p:cNvSpPr>
          <p:nvPr>
            <p:ph type="title"/>
          </p:nvPr>
        </p:nvSpPr>
        <p:spPr>
          <a:xfrm>
            <a:off x="963084" y="533400"/>
            <a:ext cx="10363200" cy="1524000"/>
          </a:xfrm>
        </p:spPr>
        <p:txBody>
          <a:bodyPr anchor="b"/>
          <a:lstStyle>
            <a:lvl1pPr algn="ctr">
              <a:buNone/>
              <a:defRPr sz="4200" b="0" cap="none" baseline="0">
                <a:solidFill>
                  <a:srgbClr val="FFFFFF"/>
                </a:solidFill>
              </a:defRPr>
            </a:lvl1pPr>
          </a:lstStyle>
          <a:p>
            <a:r>
              <a:rPr kumimoji="0" lang="en-US" smtClean="0"/>
              <a:t>Click to edit Master title style</a:t>
            </a:r>
            <a:endParaRPr kumimoji="0" lang="en-US"/>
          </a:p>
        </p:txBody>
      </p:sp>
    </p:spTree>
  </p:cSld>
  <p:clrMapOvr>
    <a:overrideClrMapping bg1="lt1" tx1="dk1" bg2="lt2" tx2="dk2" accent1="accent1" accent2="accent2" accent3="accent3" accent4="accent4" accent5="accent5" accent6="accent6" hlink="hlink" folHlink="folHlink"/>
  </p:clrMapOvr>
  <p:hf hdr="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402336" y="228600"/>
            <a:ext cx="11379200" cy="758952"/>
          </a:xfrm>
        </p:spPr>
        <p:txBody>
          <a:bodyPr/>
          <a:lstStyle/>
          <a:p>
            <a:r>
              <a:rPr kumimoji="0" lang="en-US" smtClean="0"/>
              <a:t>Click to edit Master title style</a:t>
            </a:r>
            <a:endParaRPr kumimoji="0" lang="en-US"/>
          </a:p>
        </p:txBody>
      </p:sp>
      <p:sp>
        <p:nvSpPr>
          <p:cNvPr id="5" name="Date Placeholder 4"/>
          <p:cNvSpPr>
            <a:spLocks noGrp="1"/>
          </p:cNvSpPr>
          <p:nvPr>
            <p:ph type="dt" sz="half" idx="10"/>
          </p:nvPr>
        </p:nvSpPr>
        <p:spPr>
          <a:xfrm>
            <a:off x="7721600" y="6409944"/>
            <a:ext cx="4059936" cy="365760"/>
          </a:xfrm>
        </p:spPr>
        <p:txBody>
          <a:bodyPr/>
          <a:lstStyle/>
          <a:p>
            <a:r>
              <a:rPr lang="en-US" dirty="0" smtClean="0"/>
              <a:t>Tuesday, February 2, 20XX</a:t>
            </a:r>
            <a:endParaRPr lang="en-US" dirty="0"/>
          </a:p>
        </p:txBody>
      </p:sp>
      <p:sp>
        <p:nvSpPr>
          <p:cNvPr id="6" name="Footer Placeholder 5"/>
          <p:cNvSpPr>
            <a:spLocks noGrp="1"/>
          </p:cNvSpPr>
          <p:nvPr>
            <p:ph type="ftr" sz="quarter" idx="11"/>
          </p:nvPr>
        </p:nvSpPr>
        <p:spPr/>
        <p:txBody>
          <a:bodyPr/>
          <a:lstStyle/>
          <a:p>
            <a:r>
              <a:rPr lang="en-US" dirty="0" smtClean="0"/>
              <a:t>Sample Footer Text</a:t>
            </a:r>
            <a:endParaRPr lang="en-US" dirty="0"/>
          </a:p>
        </p:txBody>
      </p:sp>
      <p:sp>
        <p:nvSpPr>
          <p:cNvPr id="7" name="Slide Number Placeholder 6"/>
          <p:cNvSpPr>
            <a:spLocks noGrp="1"/>
          </p:cNvSpPr>
          <p:nvPr>
            <p:ph type="sldNum" sz="quarter" idx="12"/>
          </p:nvPr>
        </p:nvSpPr>
        <p:spPr/>
        <p:txBody>
          <a:bodyPr/>
          <a:lstStyle/>
          <a:p>
            <a:fld id="{DBA1B0FB-D917-4C8C-928F-313BD683BF39}" type="slidenum">
              <a:rPr lang="en-US" smtClean="0"/>
              <a:pPr/>
              <a:t>‹#›</a:t>
            </a:fld>
            <a:endParaRPr lang="en-US" dirty="0"/>
          </a:p>
        </p:txBody>
      </p:sp>
      <p:sp>
        <p:nvSpPr>
          <p:cNvPr id="8" name="Straight Connector 7"/>
          <p:cNvSpPr>
            <a:spLocks noChangeShapeType="1"/>
          </p:cNvSpPr>
          <p:nvPr/>
        </p:nvSpPr>
        <p:spPr bwMode="auto">
          <a:xfrm flipV="1">
            <a:off x="6084107" y="1575653"/>
            <a:ext cx="11895" cy="4819557"/>
          </a:xfrm>
          <a:prstGeom prst="line">
            <a:avLst/>
          </a:prstGeom>
          <a:noFill/>
          <a:ln w="9525" cap="flat" cmpd="sng" algn="ctr">
            <a:solidFill>
              <a:schemeClr val="tx2"/>
            </a:solidFill>
            <a:prstDash val="sysDash"/>
            <a:round/>
            <a:headEnd type="none" w="med" len="med"/>
            <a:tailEnd type="none" w="med" len="med"/>
          </a:ln>
          <a:effectLst/>
        </p:spPr>
        <p:txBody>
          <a:bodyPr vert="horz" wrap="none" lIns="91440" tIns="45720" rIns="91440" bIns="45720" anchor="ctr" compatLnSpc="1"/>
          <a:lstStyle/>
          <a:p>
            <a:endParaRPr kumimoji="0" lang="en-US" dirty="0"/>
          </a:p>
        </p:txBody>
      </p:sp>
      <p:sp>
        <p:nvSpPr>
          <p:cNvPr id="10" name="Content Placeholder 9"/>
          <p:cNvSpPr>
            <a:spLocks noGrp="1"/>
          </p:cNvSpPr>
          <p:nvPr>
            <p:ph sz="half" idx="1"/>
          </p:nvPr>
        </p:nvSpPr>
        <p:spPr>
          <a:xfrm>
            <a:off x="402336" y="1371600"/>
            <a:ext cx="5384800" cy="4681728"/>
          </a:xfrm>
        </p:spPr>
        <p:txBody>
          <a:bodyPr/>
          <a:lstStyle>
            <a:lvl1pPr>
              <a:defRPr sz="2500"/>
            </a:lvl1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2" name="Content Placeholder 11"/>
          <p:cNvSpPr>
            <a:spLocks noGrp="1"/>
          </p:cNvSpPr>
          <p:nvPr>
            <p:ph sz="half" idx="2"/>
          </p:nvPr>
        </p:nvSpPr>
        <p:spPr>
          <a:xfrm>
            <a:off x="6400800" y="1371600"/>
            <a:ext cx="5384800" cy="4681728"/>
          </a:xfrm>
        </p:spPr>
        <p:txBody>
          <a:bodyPr/>
          <a:lstStyle>
            <a:lvl1pPr>
              <a:defRPr sz="2500"/>
            </a:lvl1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bg>
      <p:bgRef idx="1001">
        <a:schemeClr val="bg2"/>
      </p:bgRef>
    </p:bg>
    <p:spTree>
      <p:nvGrpSpPr>
        <p:cNvPr id="1" name=""/>
        <p:cNvGrpSpPr/>
        <p:nvPr/>
      </p:nvGrpSpPr>
      <p:grpSpPr>
        <a:xfrm>
          <a:off x="0" y="0"/>
          <a:ext cx="0" cy="0"/>
          <a:chOff x="0" y="0"/>
          <a:chExt cx="0" cy="0"/>
        </a:xfrm>
      </p:grpSpPr>
      <p:sp>
        <p:nvSpPr>
          <p:cNvPr id="10" name="Straight Connector 9"/>
          <p:cNvSpPr>
            <a:spLocks noChangeShapeType="1"/>
          </p:cNvSpPr>
          <p:nvPr/>
        </p:nvSpPr>
        <p:spPr bwMode="auto">
          <a:xfrm flipV="1">
            <a:off x="6096000" y="2200275"/>
            <a:ext cx="0" cy="4187952"/>
          </a:xfrm>
          <a:prstGeom prst="line">
            <a:avLst/>
          </a:prstGeom>
          <a:noFill/>
          <a:ln w="9525" cap="flat" cmpd="sng" algn="ctr">
            <a:solidFill>
              <a:schemeClr val="tx2"/>
            </a:solidFill>
            <a:prstDash val="sysDash"/>
            <a:round/>
            <a:headEnd type="none" w="med" len="med"/>
            <a:tailEnd type="none" w="med" len="med"/>
          </a:ln>
          <a:effectLst/>
        </p:spPr>
        <p:txBody>
          <a:bodyPr vert="horz" wrap="none" lIns="91440" tIns="45720" rIns="91440" bIns="45720" anchor="ctr" compatLnSpc="1"/>
          <a:lstStyle/>
          <a:p>
            <a:endParaRPr kumimoji="0" lang="en-US" dirty="0"/>
          </a:p>
        </p:txBody>
      </p:sp>
      <p:sp>
        <p:nvSpPr>
          <p:cNvPr id="20" name="Rectangle 19"/>
          <p:cNvSpPr>
            <a:spLocks noChangeArrowheads="1"/>
          </p:cNvSpPr>
          <p:nvPr/>
        </p:nvSpPr>
        <p:spPr bwMode="white">
          <a:xfrm>
            <a:off x="0" y="0"/>
            <a:ext cx="12192000" cy="14478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9" name="Rectangle 18"/>
          <p:cNvSpPr>
            <a:spLocks noChangeArrowheads="1"/>
          </p:cNvSpPr>
          <p:nvPr/>
        </p:nvSpPr>
        <p:spPr bwMode="white">
          <a:xfrm>
            <a:off x="0" y="6705600"/>
            <a:ext cx="12192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21" name="Rectangle 20"/>
          <p:cNvSpPr>
            <a:spLocks noChangeArrowheads="1"/>
          </p:cNvSpPr>
          <p:nvPr/>
        </p:nvSpPr>
        <p:spPr bwMode="white">
          <a:xfrm>
            <a:off x="0" y="0"/>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22" name="Rectangle 21"/>
          <p:cNvSpPr>
            <a:spLocks noChangeArrowheads="1"/>
          </p:cNvSpPr>
          <p:nvPr/>
        </p:nvSpPr>
        <p:spPr bwMode="white">
          <a:xfrm>
            <a:off x="11988800" y="0"/>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1" name="Rectangle 10"/>
          <p:cNvSpPr/>
          <p:nvPr/>
        </p:nvSpPr>
        <p:spPr>
          <a:xfrm>
            <a:off x="203200" y="1371600"/>
            <a:ext cx="11777472" cy="914400"/>
          </a:xfrm>
          <a:prstGeom prst="rect">
            <a:avLst/>
          </a:prstGeom>
          <a:solidFill>
            <a:schemeClr val="accent1"/>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3" name="Rectangle 12"/>
          <p:cNvSpPr>
            <a:spLocks noChangeArrowheads="1"/>
          </p:cNvSpPr>
          <p:nvPr/>
        </p:nvSpPr>
        <p:spPr bwMode="auto">
          <a:xfrm>
            <a:off x="194564" y="6391656"/>
            <a:ext cx="11777472" cy="310896"/>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3" name="Text Placeholder 2"/>
          <p:cNvSpPr>
            <a:spLocks noGrp="1"/>
          </p:cNvSpPr>
          <p:nvPr>
            <p:ph type="body" idx="1"/>
          </p:nvPr>
        </p:nvSpPr>
        <p:spPr>
          <a:xfrm>
            <a:off x="402336" y="1524000"/>
            <a:ext cx="5386917" cy="732974"/>
          </a:xfrm>
          <a:noFill/>
          <a:ln w="15875" cap="rnd" cmpd="sng" algn="ctr">
            <a:noFill/>
            <a:prstDash val="solid"/>
          </a:ln>
        </p:spPr>
        <p:style>
          <a:lnRef idx="3">
            <a:schemeClr val="lt1"/>
          </a:lnRef>
          <a:fillRef idx="1">
            <a:schemeClr val="accent1"/>
          </a:fillRef>
          <a:effectRef idx="1">
            <a:schemeClr val="accent1"/>
          </a:effectRef>
          <a:fontRef idx="minor">
            <a:schemeClr val="lt1"/>
          </a:fontRef>
        </p:style>
        <p:txBody>
          <a:bodyPr anchor="ctr">
            <a:noAutofit/>
          </a:bodyPr>
          <a:lstStyle>
            <a:lvl1pPr marL="0" indent="0">
              <a:buNone/>
              <a:defRPr lang="en-US" sz="2200" b="1" dirty="0" smtClean="0">
                <a:solidFill>
                  <a:srgbClr val="FFFFFF"/>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6388441" y="1524000"/>
            <a:ext cx="5389033" cy="731520"/>
          </a:xfrm>
          <a:noFill/>
          <a:ln w="15875" cap="rnd" cmpd="sng" algn="ctr">
            <a:noFill/>
            <a:prstDash val="solid"/>
          </a:ln>
        </p:spPr>
        <p:style>
          <a:lnRef idx="3">
            <a:schemeClr val="lt1"/>
          </a:lnRef>
          <a:fillRef idx="1">
            <a:schemeClr val="accent2"/>
          </a:fillRef>
          <a:effectRef idx="1">
            <a:schemeClr val="accent2"/>
          </a:effectRef>
          <a:fontRef idx="minor">
            <a:schemeClr val="lt1"/>
          </a:fontRef>
        </p:style>
        <p:txBody>
          <a:bodyPr anchor="ctr">
            <a:noAutofit/>
          </a:bodyPr>
          <a:lstStyle>
            <a:lvl1pPr marL="0" indent="0">
              <a:buNone/>
              <a:defRPr sz="2200" b="1"/>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7" name="Date Placeholder 6"/>
          <p:cNvSpPr>
            <a:spLocks noGrp="1"/>
          </p:cNvSpPr>
          <p:nvPr>
            <p:ph type="dt" sz="half" idx="10"/>
          </p:nvPr>
        </p:nvSpPr>
        <p:spPr/>
        <p:txBody>
          <a:bodyPr/>
          <a:lstStyle/>
          <a:p>
            <a:r>
              <a:rPr lang="en-US" dirty="0" smtClean="0"/>
              <a:t>Tuesday, February 2, 20XX</a:t>
            </a:r>
            <a:endParaRPr lang="en-US" dirty="0"/>
          </a:p>
        </p:txBody>
      </p:sp>
      <p:sp>
        <p:nvSpPr>
          <p:cNvPr id="8" name="Footer Placeholder 7"/>
          <p:cNvSpPr>
            <a:spLocks noGrp="1"/>
          </p:cNvSpPr>
          <p:nvPr>
            <p:ph type="ftr" sz="quarter" idx="11"/>
          </p:nvPr>
        </p:nvSpPr>
        <p:spPr>
          <a:xfrm>
            <a:off x="406400" y="6409944"/>
            <a:ext cx="4775200" cy="365760"/>
          </a:xfrm>
        </p:spPr>
        <p:txBody>
          <a:bodyPr/>
          <a:lstStyle/>
          <a:p>
            <a:r>
              <a:rPr lang="en-US" dirty="0" smtClean="0"/>
              <a:t>Sample Footer Text</a:t>
            </a:r>
            <a:endParaRPr lang="en-US" dirty="0"/>
          </a:p>
        </p:txBody>
      </p:sp>
      <p:sp>
        <p:nvSpPr>
          <p:cNvPr id="15" name="Straight Connector 14"/>
          <p:cNvSpPr>
            <a:spLocks noChangeShapeType="1"/>
          </p:cNvSpPr>
          <p:nvPr/>
        </p:nvSpPr>
        <p:spPr bwMode="auto">
          <a:xfrm>
            <a:off x="203200" y="1280160"/>
            <a:ext cx="11777472"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dirty="0"/>
          </a:p>
        </p:txBody>
      </p:sp>
      <p:sp>
        <p:nvSpPr>
          <p:cNvPr id="18" name="Rectangle 17"/>
          <p:cNvSpPr>
            <a:spLocks noChangeArrowheads="1"/>
          </p:cNvSpPr>
          <p:nvPr/>
        </p:nvSpPr>
        <p:spPr bwMode="auto">
          <a:xfrm>
            <a:off x="203200" y="155448"/>
            <a:ext cx="11777472"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24" name="Content Placeholder 23"/>
          <p:cNvSpPr>
            <a:spLocks noGrp="1"/>
          </p:cNvSpPr>
          <p:nvPr>
            <p:ph sz="quarter" idx="2"/>
          </p:nvPr>
        </p:nvSpPr>
        <p:spPr>
          <a:xfrm>
            <a:off x="402336" y="2471383"/>
            <a:ext cx="5388864" cy="3818404"/>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26" name="Content Placeholder 25"/>
          <p:cNvSpPr>
            <a:spLocks noGrp="1"/>
          </p:cNvSpPr>
          <p:nvPr>
            <p:ph sz="quarter" idx="4"/>
          </p:nvPr>
        </p:nvSpPr>
        <p:spPr>
          <a:xfrm>
            <a:off x="6400800" y="2471383"/>
            <a:ext cx="5384800" cy="3822192"/>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25" name="Oval 24"/>
          <p:cNvSpPr/>
          <p:nvPr/>
        </p:nvSpPr>
        <p:spPr>
          <a:xfrm>
            <a:off x="5689600" y="956036"/>
            <a:ext cx="8128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7" name="Oval 26"/>
          <p:cNvSpPr/>
          <p:nvPr/>
        </p:nvSpPr>
        <p:spPr>
          <a:xfrm>
            <a:off x="5815584" y="1050524"/>
            <a:ext cx="560832"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9" name="Slide Number Placeholder 8"/>
          <p:cNvSpPr>
            <a:spLocks noGrp="1"/>
          </p:cNvSpPr>
          <p:nvPr>
            <p:ph type="sldNum" sz="quarter" idx="12"/>
          </p:nvPr>
        </p:nvSpPr>
        <p:spPr>
          <a:xfrm>
            <a:off x="5791200" y="1042417"/>
            <a:ext cx="609600" cy="441325"/>
          </a:xfrm>
        </p:spPr>
        <p:txBody>
          <a:bodyPr/>
          <a:lstStyle>
            <a:lvl1pPr algn="ctr">
              <a:defRPr/>
            </a:lvl1pPr>
          </a:lstStyle>
          <a:p>
            <a:fld id="{DBA1B0FB-D917-4C8C-928F-313BD683BF39}" type="slidenum">
              <a:rPr lang="en-US" smtClean="0"/>
              <a:pPr/>
              <a:t>‹#›</a:t>
            </a:fld>
            <a:endParaRPr lang="en-US" dirty="0"/>
          </a:p>
        </p:txBody>
      </p:sp>
      <p:sp>
        <p:nvSpPr>
          <p:cNvPr id="23" name="Title 22"/>
          <p:cNvSpPr>
            <a:spLocks noGrp="1"/>
          </p:cNvSpPr>
          <p:nvPr>
            <p:ph type="title"/>
          </p:nvPr>
        </p:nvSpPr>
        <p:spPr/>
        <p:txBody>
          <a:bodyPr rtlCol="0" anchor="b" anchorCtr="0"/>
          <a:lstStyle/>
          <a:p>
            <a:r>
              <a:rPr kumimoji="0" lang="en-US" smtClean="0"/>
              <a:t>Click to edit Master title style</a:t>
            </a:r>
            <a:endParaRPr kumimoji="0" lang="en-US"/>
          </a:p>
        </p:txBody>
      </p:sp>
    </p:spTree>
  </p:cSld>
  <p:clrMapOvr>
    <a:overrideClrMapping bg1="lt1" tx1="dk1" bg2="lt2" tx2="dk2" accent1="accent1" accent2="accent2" accent3="accent3" accent4="accent4" accent5="accent5" accent6="accent6" hlink="hlink" folHlink="folHlink"/>
  </p:clrMapOvr>
  <p:hf hdr="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r>
              <a:rPr lang="en-US" dirty="0" smtClean="0"/>
              <a:t>Tuesday, February 2, 20XX</a:t>
            </a:r>
            <a:endParaRPr lang="en-US" dirty="0"/>
          </a:p>
        </p:txBody>
      </p:sp>
      <p:sp>
        <p:nvSpPr>
          <p:cNvPr id="4" name="Footer Placeholder 3"/>
          <p:cNvSpPr>
            <a:spLocks noGrp="1"/>
          </p:cNvSpPr>
          <p:nvPr>
            <p:ph type="ftr" sz="quarter" idx="11"/>
          </p:nvPr>
        </p:nvSpPr>
        <p:spPr/>
        <p:txBody>
          <a:bodyPr/>
          <a:lstStyle/>
          <a:p>
            <a:r>
              <a:rPr lang="en-US" dirty="0" smtClean="0"/>
              <a:t>Sample Footer Text</a:t>
            </a:r>
            <a:endParaRPr lang="en-US" dirty="0"/>
          </a:p>
        </p:txBody>
      </p:sp>
      <p:sp>
        <p:nvSpPr>
          <p:cNvPr id="5" name="Slide Number Placeholder 4"/>
          <p:cNvSpPr>
            <a:spLocks noGrp="1"/>
          </p:cNvSpPr>
          <p:nvPr>
            <p:ph type="sldNum" sz="quarter" idx="12"/>
          </p:nvPr>
        </p:nvSpPr>
        <p:spPr>
          <a:xfrm>
            <a:off x="5791200" y="1036021"/>
            <a:ext cx="609600" cy="441325"/>
          </a:xfrm>
        </p:spPr>
        <p:txBody>
          <a:bodyPr/>
          <a:lstStyle/>
          <a:p>
            <a:fld id="{DBA1B0FB-D917-4C8C-928F-313BD683BF39}" type="slidenum">
              <a:rPr lang="en-US" smtClean="0"/>
              <a:pPr/>
              <a:t>‹#›</a:t>
            </a:fld>
            <a:endParaRPr lang="en-US" dirty="0"/>
          </a:p>
        </p:txBody>
      </p:sp>
    </p:spTree>
  </p:cSld>
  <p:clrMapOvr>
    <a:masterClrMapping/>
  </p:clrMapOvr>
  <p:hf hdr="0"/>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7" name="Rectangle 6"/>
          <p:cNvSpPr>
            <a:spLocks noChangeArrowheads="1"/>
          </p:cNvSpPr>
          <p:nvPr/>
        </p:nvSpPr>
        <p:spPr bwMode="white">
          <a:xfrm>
            <a:off x="0" y="6705600"/>
            <a:ext cx="12192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8" name="Rectangle 7"/>
          <p:cNvSpPr>
            <a:spLocks noChangeArrowheads="1"/>
          </p:cNvSpPr>
          <p:nvPr/>
        </p:nvSpPr>
        <p:spPr bwMode="white">
          <a:xfrm>
            <a:off x="0" y="0"/>
            <a:ext cx="12192000" cy="155448"/>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0" name="Rectangle 9"/>
          <p:cNvSpPr>
            <a:spLocks noChangeArrowheads="1"/>
          </p:cNvSpPr>
          <p:nvPr/>
        </p:nvSpPr>
        <p:spPr bwMode="white">
          <a:xfrm>
            <a:off x="11988800" y="0"/>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9" name="Rectangle 8"/>
          <p:cNvSpPr>
            <a:spLocks noChangeArrowheads="1"/>
          </p:cNvSpPr>
          <p:nvPr/>
        </p:nvSpPr>
        <p:spPr bwMode="white">
          <a:xfrm>
            <a:off x="0" y="0"/>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5" name="Rectangle 4"/>
          <p:cNvSpPr>
            <a:spLocks noChangeArrowheads="1"/>
          </p:cNvSpPr>
          <p:nvPr/>
        </p:nvSpPr>
        <p:spPr bwMode="auto">
          <a:xfrm>
            <a:off x="195072" y="6391657"/>
            <a:ext cx="11777472"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6" name="Rectangle 5"/>
          <p:cNvSpPr>
            <a:spLocks noChangeArrowheads="1"/>
          </p:cNvSpPr>
          <p:nvPr/>
        </p:nvSpPr>
        <p:spPr bwMode="auto">
          <a:xfrm>
            <a:off x="203200" y="158496"/>
            <a:ext cx="11777472"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2" name="Date Placeholder 1"/>
          <p:cNvSpPr>
            <a:spLocks noGrp="1"/>
          </p:cNvSpPr>
          <p:nvPr>
            <p:ph type="dt" sz="half" idx="10"/>
          </p:nvPr>
        </p:nvSpPr>
        <p:spPr/>
        <p:txBody>
          <a:bodyPr/>
          <a:lstStyle/>
          <a:p>
            <a:r>
              <a:rPr lang="en-US" dirty="0" smtClean="0"/>
              <a:t>Tuesday, February 2, 20XX</a:t>
            </a:r>
            <a:endParaRPr lang="en-US" dirty="0"/>
          </a:p>
        </p:txBody>
      </p:sp>
      <p:sp>
        <p:nvSpPr>
          <p:cNvPr id="3" name="Footer Placeholder 2"/>
          <p:cNvSpPr>
            <a:spLocks noGrp="1"/>
          </p:cNvSpPr>
          <p:nvPr>
            <p:ph type="ftr" sz="quarter" idx="11"/>
          </p:nvPr>
        </p:nvSpPr>
        <p:spPr/>
        <p:txBody>
          <a:bodyPr/>
          <a:lstStyle/>
          <a:p>
            <a:r>
              <a:rPr lang="en-US" dirty="0" smtClean="0"/>
              <a:t>Sample Footer Text</a:t>
            </a:r>
            <a:endParaRPr lang="en-US" dirty="0"/>
          </a:p>
        </p:txBody>
      </p:sp>
      <p:sp>
        <p:nvSpPr>
          <p:cNvPr id="4" name="Slide Number Placeholder 3"/>
          <p:cNvSpPr>
            <a:spLocks noGrp="1"/>
          </p:cNvSpPr>
          <p:nvPr>
            <p:ph type="sldNum" sz="quarter" idx="12"/>
          </p:nvPr>
        </p:nvSpPr>
        <p:spPr>
          <a:xfrm>
            <a:off x="5689600" y="6324600"/>
            <a:ext cx="812800" cy="441324"/>
          </a:xfrm>
        </p:spPr>
        <p:txBody>
          <a:bodyPr/>
          <a:lstStyle>
            <a:lvl1pPr>
              <a:defRPr>
                <a:solidFill>
                  <a:srgbClr val="FFFFFF"/>
                </a:solidFill>
              </a:defRPr>
            </a:lvl1pPr>
          </a:lstStyle>
          <a:p>
            <a:fld id="{DBA1B0FB-D917-4C8C-928F-313BD683BF39}" type="slidenum">
              <a:rPr lang="en-US" smtClean="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Ref idx="1001">
        <a:schemeClr val="bg1"/>
      </p:bgRef>
    </p:bg>
    <p:spTree>
      <p:nvGrpSpPr>
        <p:cNvPr id="1" name=""/>
        <p:cNvGrpSpPr/>
        <p:nvPr/>
      </p:nvGrpSpPr>
      <p:grpSpPr>
        <a:xfrm>
          <a:off x="0" y="0"/>
          <a:ext cx="0" cy="0"/>
          <a:chOff x="0" y="0"/>
          <a:chExt cx="0" cy="0"/>
        </a:xfrm>
      </p:grpSpPr>
      <p:sp>
        <p:nvSpPr>
          <p:cNvPr id="19" name="Rectangle 18"/>
          <p:cNvSpPr>
            <a:spLocks noChangeArrowheads="1"/>
          </p:cNvSpPr>
          <p:nvPr/>
        </p:nvSpPr>
        <p:spPr bwMode="auto">
          <a:xfrm>
            <a:off x="203200" y="152400"/>
            <a:ext cx="11777472" cy="304800"/>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5" name="Rectangle 14"/>
          <p:cNvSpPr>
            <a:spLocks noChangeArrowheads="1"/>
          </p:cNvSpPr>
          <p:nvPr/>
        </p:nvSpPr>
        <p:spPr bwMode="white">
          <a:xfrm>
            <a:off x="0" y="6705600"/>
            <a:ext cx="12192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8" name="Rectangle 17"/>
          <p:cNvSpPr>
            <a:spLocks noChangeArrowheads="1"/>
          </p:cNvSpPr>
          <p:nvPr/>
        </p:nvSpPr>
        <p:spPr bwMode="white">
          <a:xfrm>
            <a:off x="11988800" y="0"/>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6" name="Rectangle 15"/>
          <p:cNvSpPr>
            <a:spLocks noChangeArrowheads="1"/>
          </p:cNvSpPr>
          <p:nvPr/>
        </p:nvSpPr>
        <p:spPr bwMode="white">
          <a:xfrm>
            <a:off x="0" y="0"/>
            <a:ext cx="12192000" cy="118872"/>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7" name="Rectangle 16"/>
          <p:cNvSpPr>
            <a:spLocks noChangeArrowheads="1"/>
          </p:cNvSpPr>
          <p:nvPr/>
        </p:nvSpPr>
        <p:spPr bwMode="white">
          <a:xfrm>
            <a:off x="0" y="0"/>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3" name="Rectangle 12"/>
          <p:cNvSpPr/>
          <p:nvPr/>
        </p:nvSpPr>
        <p:spPr>
          <a:xfrm>
            <a:off x="203200" y="609600"/>
            <a:ext cx="3657600" cy="5867400"/>
          </a:xfrm>
          <a:prstGeom prst="rect">
            <a:avLst/>
          </a:prstGeom>
          <a:solidFill>
            <a:schemeClr val="accent1"/>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 name="Title 1"/>
          <p:cNvSpPr>
            <a:spLocks noGrp="1"/>
          </p:cNvSpPr>
          <p:nvPr>
            <p:ph type="title"/>
          </p:nvPr>
        </p:nvSpPr>
        <p:spPr>
          <a:xfrm>
            <a:off x="508000" y="914400"/>
            <a:ext cx="3149600" cy="990600"/>
          </a:xfrm>
        </p:spPr>
        <p:txBody>
          <a:bodyPr anchor="b">
            <a:noAutofit/>
          </a:bodyPr>
          <a:lstStyle>
            <a:lvl1pPr algn="l">
              <a:buNone/>
              <a:defRPr sz="2200" b="1">
                <a:solidFill>
                  <a:srgbClr val="FFFFFF"/>
                </a:solidFill>
              </a:defRPr>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508000" y="1981201"/>
            <a:ext cx="3149600" cy="4144963"/>
          </a:xfrm>
        </p:spPr>
        <p:txBody>
          <a:bodyPr/>
          <a:lstStyle>
            <a:lvl1pPr marL="0" indent="0">
              <a:spcAft>
                <a:spcPts val="1000"/>
              </a:spcAft>
              <a:buNone/>
              <a:defRPr sz="1600">
                <a:solidFill>
                  <a:srgbClr val="FFFFFF"/>
                </a:solidFill>
              </a:defRPr>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8" name="Rectangle 7"/>
          <p:cNvSpPr>
            <a:spLocks noChangeArrowheads="1"/>
          </p:cNvSpPr>
          <p:nvPr/>
        </p:nvSpPr>
        <p:spPr bwMode="auto">
          <a:xfrm>
            <a:off x="203200" y="152400"/>
            <a:ext cx="11777472"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9" name="Straight Connector 8"/>
          <p:cNvSpPr>
            <a:spLocks noChangeShapeType="1"/>
          </p:cNvSpPr>
          <p:nvPr/>
        </p:nvSpPr>
        <p:spPr bwMode="auto">
          <a:xfrm>
            <a:off x="203200" y="533400"/>
            <a:ext cx="11777472"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dirty="0"/>
          </a:p>
        </p:txBody>
      </p:sp>
      <p:sp>
        <p:nvSpPr>
          <p:cNvPr id="20" name="Content Placeholder 19"/>
          <p:cNvSpPr>
            <a:spLocks noGrp="1"/>
          </p:cNvSpPr>
          <p:nvPr>
            <p:ph sz="quarter" idx="1"/>
          </p:nvPr>
        </p:nvSpPr>
        <p:spPr>
          <a:xfrm>
            <a:off x="4165600" y="685800"/>
            <a:ext cx="7518400" cy="54102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0" name="Oval 9"/>
          <p:cNvSpPr/>
          <p:nvPr/>
        </p:nvSpPr>
        <p:spPr>
          <a:xfrm>
            <a:off x="1727200" y="228600"/>
            <a:ext cx="8128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1" name="Oval 10"/>
          <p:cNvSpPr/>
          <p:nvPr/>
        </p:nvSpPr>
        <p:spPr>
          <a:xfrm>
            <a:off x="1853184" y="323088"/>
            <a:ext cx="560832"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7" name="Slide Number Placeholder 6"/>
          <p:cNvSpPr>
            <a:spLocks noGrp="1"/>
          </p:cNvSpPr>
          <p:nvPr>
            <p:ph type="sldNum" sz="quarter" idx="12"/>
          </p:nvPr>
        </p:nvSpPr>
        <p:spPr>
          <a:xfrm>
            <a:off x="1828800" y="312739"/>
            <a:ext cx="609600" cy="441325"/>
          </a:xfrm>
        </p:spPr>
        <p:txBody>
          <a:bodyPr/>
          <a:lstStyle>
            <a:lvl1pPr>
              <a:defRPr>
                <a:solidFill>
                  <a:schemeClr val="accent3">
                    <a:shade val="75000"/>
                  </a:schemeClr>
                </a:solidFill>
              </a:defRPr>
            </a:lvl1pPr>
          </a:lstStyle>
          <a:p>
            <a:fld id="{DBA1B0FB-D917-4C8C-928F-313BD683BF39}" type="slidenum">
              <a:rPr lang="en-US" smtClean="0"/>
              <a:pPr/>
              <a:t>‹#›</a:t>
            </a:fld>
            <a:endParaRPr lang="en-US" dirty="0"/>
          </a:p>
        </p:txBody>
      </p:sp>
      <p:sp>
        <p:nvSpPr>
          <p:cNvPr id="21" name="Rectangle 20"/>
          <p:cNvSpPr>
            <a:spLocks noChangeArrowheads="1"/>
          </p:cNvSpPr>
          <p:nvPr/>
        </p:nvSpPr>
        <p:spPr bwMode="auto">
          <a:xfrm>
            <a:off x="199136" y="6388386"/>
            <a:ext cx="11777472"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5" name="Date Placeholder 4"/>
          <p:cNvSpPr>
            <a:spLocks noGrp="1"/>
          </p:cNvSpPr>
          <p:nvPr>
            <p:ph type="dt" sz="half" idx="10"/>
          </p:nvPr>
        </p:nvSpPr>
        <p:spPr/>
        <p:txBody>
          <a:bodyPr/>
          <a:lstStyle/>
          <a:p>
            <a:r>
              <a:rPr lang="en-US" dirty="0" smtClean="0"/>
              <a:t>Tuesday, February 2, 20XX</a:t>
            </a:r>
            <a:endParaRPr lang="en-US" dirty="0"/>
          </a:p>
        </p:txBody>
      </p:sp>
      <p:sp>
        <p:nvSpPr>
          <p:cNvPr id="6" name="Footer Placeholder 5"/>
          <p:cNvSpPr>
            <a:spLocks noGrp="1"/>
          </p:cNvSpPr>
          <p:nvPr>
            <p:ph type="ftr" sz="quarter" idx="11"/>
          </p:nvPr>
        </p:nvSpPr>
        <p:spPr>
          <a:xfrm>
            <a:off x="402336" y="6410848"/>
            <a:ext cx="4511040" cy="365760"/>
          </a:xfrm>
        </p:spPr>
        <p:txBody>
          <a:bodyPr/>
          <a:lstStyle/>
          <a:p>
            <a:r>
              <a:rPr lang="en-US" dirty="0" smtClean="0"/>
              <a:t>Sample Footer Text</a:t>
            </a:r>
            <a:endParaRPr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1" name="Straight Connector 20"/>
          <p:cNvSpPr>
            <a:spLocks noChangeShapeType="1"/>
          </p:cNvSpPr>
          <p:nvPr/>
        </p:nvSpPr>
        <p:spPr bwMode="auto">
          <a:xfrm>
            <a:off x="203200" y="533400"/>
            <a:ext cx="11777472"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dirty="0"/>
          </a:p>
        </p:txBody>
      </p:sp>
      <p:sp>
        <p:nvSpPr>
          <p:cNvPr id="19" name="Rectangle 18"/>
          <p:cNvSpPr>
            <a:spLocks noChangeArrowheads="1"/>
          </p:cNvSpPr>
          <p:nvPr/>
        </p:nvSpPr>
        <p:spPr bwMode="white">
          <a:xfrm>
            <a:off x="0" y="6705600"/>
            <a:ext cx="12192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6" name="Rectangle 15"/>
          <p:cNvSpPr>
            <a:spLocks noChangeArrowheads="1"/>
          </p:cNvSpPr>
          <p:nvPr/>
        </p:nvSpPr>
        <p:spPr bwMode="white">
          <a:xfrm>
            <a:off x="11988800" y="0"/>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7" name="Rectangle 16"/>
          <p:cNvSpPr>
            <a:spLocks noChangeArrowheads="1"/>
          </p:cNvSpPr>
          <p:nvPr/>
        </p:nvSpPr>
        <p:spPr bwMode="white">
          <a:xfrm>
            <a:off x="0" y="0"/>
            <a:ext cx="12192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8" name="Rectangle 17"/>
          <p:cNvSpPr>
            <a:spLocks noChangeArrowheads="1"/>
          </p:cNvSpPr>
          <p:nvPr/>
        </p:nvSpPr>
        <p:spPr bwMode="white">
          <a:xfrm>
            <a:off x="0" y="0"/>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20" name="Rectangle 19"/>
          <p:cNvSpPr>
            <a:spLocks noChangeArrowheads="1"/>
          </p:cNvSpPr>
          <p:nvPr/>
        </p:nvSpPr>
        <p:spPr bwMode="auto">
          <a:xfrm>
            <a:off x="203200" y="152400"/>
            <a:ext cx="11777472" cy="301752"/>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8" name="Rectangle 7"/>
          <p:cNvSpPr/>
          <p:nvPr/>
        </p:nvSpPr>
        <p:spPr>
          <a:xfrm>
            <a:off x="203200" y="609600"/>
            <a:ext cx="3657600" cy="5867400"/>
          </a:xfrm>
          <a:prstGeom prst="rect">
            <a:avLst/>
          </a:prstGeom>
          <a:solidFill>
            <a:schemeClr val="accent1"/>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5" name="Rectangle 14"/>
          <p:cNvSpPr>
            <a:spLocks noChangeArrowheads="1"/>
          </p:cNvSpPr>
          <p:nvPr/>
        </p:nvSpPr>
        <p:spPr bwMode="auto">
          <a:xfrm>
            <a:off x="203200" y="155448"/>
            <a:ext cx="11777472"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2" name="Oval 11"/>
          <p:cNvSpPr/>
          <p:nvPr/>
        </p:nvSpPr>
        <p:spPr>
          <a:xfrm>
            <a:off x="1727200" y="228600"/>
            <a:ext cx="8128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3" name="Oval 12"/>
          <p:cNvSpPr/>
          <p:nvPr/>
        </p:nvSpPr>
        <p:spPr>
          <a:xfrm>
            <a:off x="1853184" y="323088"/>
            <a:ext cx="560832"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7" name="Slide Number Placeholder 6"/>
          <p:cNvSpPr>
            <a:spLocks noGrp="1"/>
          </p:cNvSpPr>
          <p:nvPr>
            <p:ph type="sldNum" sz="quarter" idx="12"/>
          </p:nvPr>
        </p:nvSpPr>
        <p:spPr>
          <a:xfrm>
            <a:off x="1828800" y="312739"/>
            <a:ext cx="609600" cy="441325"/>
          </a:xfrm>
        </p:spPr>
        <p:txBody>
          <a:bodyPr/>
          <a:lstStyle/>
          <a:p>
            <a:fld id="{DBA1B0FB-D917-4C8C-928F-313BD683BF39}" type="slidenum">
              <a:rPr lang="en-US" smtClean="0"/>
              <a:pPr/>
              <a:t>‹#›</a:t>
            </a:fld>
            <a:endParaRPr lang="en-US" dirty="0"/>
          </a:p>
        </p:txBody>
      </p:sp>
      <p:sp>
        <p:nvSpPr>
          <p:cNvPr id="2" name="Title 1"/>
          <p:cNvSpPr>
            <a:spLocks noGrp="1"/>
          </p:cNvSpPr>
          <p:nvPr>
            <p:ph type="title"/>
          </p:nvPr>
        </p:nvSpPr>
        <p:spPr>
          <a:xfrm>
            <a:off x="4000500" y="5029200"/>
            <a:ext cx="7823200" cy="1219200"/>
          </a:xfrm>
        </p:spPr>
        <p:txBody>
          <a:bodyPr anchor="t">
            <a:noAutofit/>
          </a:bodyPr>
          <a:lstStyle>
            <a:lvl1pPr algn="l">
              <a:buNone/>
              <a:defRPr sz="2400" b="1">
                <a:solidFill>
                  <a:schemeClr val="tx2"/>
                </a:solidFill>
              </a:defRPr>
            </a:lvl1pPr>
          </a:lstStyle>
          <a:p>
            <a:r>
              <a:rPr kumimoji="0" lang="en-US" smtClean="0"/>
              <a:t>Click to edit Master title style</a:t>
            </a:r>
            <a:endParaRPr kumimoji="0" lang="en-US"/>
          </a:p>
        </p:txBody>
      </p:sp>
      <p:sp>
        <p:nvSpPr>
          <p:cNvPr id="3" name="Picture Placeholder 2"/>
          <p:cNvSpPr>
            <a:spLocks noGrp="1"/>
          </p:cNvSpPr>
          <p:nvPr>
            <p:ph type="pic" idx="1"/>
          </p:nvPr>
        </p:nvSpPr>
        <p:spPr>
          <a:xfrm>
            <a:off x="4000500" y="609600"/>
            <a:ext cx="7823200" cy="4267200"/>
          </a:xfrm>
        </p:spPr>
        <p:txBody>
          <a:bodyPr/>
          <a:lstStyle>
            <a:lvl1pPr marL="0" indent="0">
              <a:buNone/>
              <a:defRPr sz="3200"/>
            </a:lvl1pPr>
          </a:lstStyle>
          <a:p>
            <a:r>
              <a:rPr kumimoji="0" lang="en-US" dirty="0" smtClean="0"/>
              <a:t>Click icon to add picture</a:t>
            </a:r>
            <a:endParaRPr kumimoji="0" lang="en-US" dirty="0"/>
          </a:p>
        </p:txBody>
      </p:sp>
      <p:sp>
        <p:nvSpPr>
          <p:cNvPr id="4" name="Text Placeholder 3"/>
          <p:cNvSpPr>
            <a:spLocks noGrp="1"/>
          </p:cNvSpPr>
          <p:nvPr>
            <p:ph type="body" sz="half" idx="2"/>
          </p:nvPr>
        </p:nvSpPr>
        <p:spPr>
          <a:xfrm>
            <a:off x="508000" y="990600"/>
            <a:ext cx="3251200" cy="5257800"/>
          </a:xfrm>
        </p:spPr>
        <p:txBody>
          <a:bodyPr/>
          <a:lstStyle>
            <a:lvl1pPr marL="0" indent="0">
              <a:spcAft>
                <a:spcPts val="1000"/>
              </a:spcAft>
              <a:buFontTx/>
              <a:buNone/>
              <a:defRPr sz="1600">
                <a:solidFill>
                  <a:srgbClr val="FFFFFF"/>
                </a:solidFill>
              </a:defRPr>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22" name="Rectangle 21"/>
          <p:cNvSpPr>
            <a:spLocks noChangeArrowheads="1"/>
          </p:cNvSpPr>
          <p:nvPr/>
        </p:nvSpPr>
        <p:spPr bwMode="auto">
          <a:xfrm>
            <a:off x="199136" y="6388386"/>
            <a:ext cx="11777472"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5" name="Date Placeholder 4"/>
          <p:cNvSpPr>
            <a:spLocks noGrp="1"/>
          </p:cNvSpPr>
          <p:nvPr>
            <p:ph type="dt" sz="half" idx="10"/>
          </p:nvPr>
        </p:nvSpPr>
        <p:spPr>
          <a:xfrm>
            <a:off x="7717536" y="6404984"/>
            <a:ext cx="4059936" cy="365760"/>
          </a:xfrm>
        </p:spPr>
        <p:txBody>
          <a:bodyPr/>
          <a:lstStyle/>
          <a:p>
            <a:r>
              <a:rPr lang="en-US" dirty="0" smtClean="0"/>
              <a:t>Tuesday, February 2, 20XX</a:t>
            </a:r>
            <a:endParaRPr lang="en-US" dirty="0"/>
          </a:p>
        </p:txBody>
      </p:sp>
      <p:sp>
        <p:nvSpPr>
          <p:cNvPr id="6" name="Footer Placeholder 5"/>
          <p:cNvSpPr>
            <a:spLocks noGrp="1"/>
          </p:cNvSpPr>
          <p:nvPr>
            <p:ph type="ftr" sz="quarter" idx="11"/>
          </p:nvPr>
        </p:nvSpPr>
        <p:spPr>
          <a:xfrm>
            <a:off x="402336" y="6410848"/>
            <a:ext cx="4779264" cy="365760"/>
          </a:xfrm>
        </p:spPr>
        <p:txBody>
          <a:bodyPr/>
          <a:lstStyle/>
          <a:p>
            <a:r>
              <a:rPr lang="en-US" dirty="0" smtClean="0"/>
              <a:t>Sample Footer Text</a:t>
            </a:r>
            <a:endParaRPr lang="en-US" dirty="0"/>
          </a:p>
        </p:txBody>
      </p:sp>
    </p:spTree>
  </p:cSld>
  <p:clrMapOvr>
    <a:masterClrMapping/>
  </p:clrMapOvr>
  <p:hf hdr="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r>
              <a:rPr lang="en-US" dirty="0" smtClean="0"/>
              <a:t>Tuesday, February 2, 20XX</a:t>
            </a:r>
            <a:endParaRPr lang="en-US" dirty="0"/>
          </a:p>
        </p:txBody>
      </p:sp>
      <p:sp>
        <p:nvSpPr>
          <p:cNvPr id="5" name="Footer Placeholder 4"/>
          <p:cNvSpPr>
            <a:spLocks noGrp="1"/>
          </p:cNvSpPr>
          <p:nvPr>
            <p:ph type="ftr" sz="quarter" idx="11"/>
          </p:nvPr>
        </p:nvSpPr>
        <p:spPr/>
        <p:txBody>
          <a:bodyPr/>
          <a:lstStyle/>
          <a:p>
            <a:r>
              <a:rPr lang="en-US" dirty="0" smtClean="0"/>
              <a:t>Sample Footer Text</a:t>
            </a:r>
            <a:endParaRPr lang="en-US" dirty="0"/>
          </a:p>
        </p:txBody>
      </p:sp>
      <p:sp>
        <p:nvSpPr>
          <p:cNvPr id="6" name="Slide Number Placeholder 5"/>
          <p:cNvSpPr>
            <a:spLocks noGrp="1"/>
          </p:cNvSpPr>
          <p:nvPr>
            <p:ph type="sldNum" sz="quarter" idx="12"/>
          </p:nvPr>
        </p:nvSpPr>
        <p:spPr/>
        <p:txBody>
          <a:bodyPr/>
          <a:lstStyle/>
          <a:p>
            <a:fld id="{DBA1B0FB-D917-4C8C-928F-313BD683BF39}" type="slidenum">
              <a:rPr lang="en-US" smtClean="0"/>
              <a:pPr/>
              <a:t>‹#›</a:t>
            </a:fld>
            <a:endParaRPr lang="en-US" dirty="0"/>
          </a:p>
        </p:txBody>
      </p:sp>
    </p:spTree>
  </p:cSld>
  <p:clrMapOvr>
    <a:overrideClrMapping bg1="lt1" tx1="dk1" bg2="lt2" tx2="dk2" accent1="accent1" accent2="accent2" accent3="accent3" accent4="accent4" accent5="accent5" accent6="accent6" hlink="hlink" folHlink="folHlink"/>
  </p:clrMapOvr>
  <p:hf hdr="0"/>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bg>
      <p:bgRef idx="1001">
        <a:schemeClr val="bg2"/>
      </p:bgRef>
    </p:bg>
    <p:spTree>
      <p:nvGrpSpPr>
        <p:cNvPr id="1" name=""/>
        <p:cNvGrpSpPr/>
        <p:nvPr/>
      </p:nvGrpSpPr>
      <p:grpSpPr>
        <a:xfrm>
          <a:off x="0" y="0"/>
          <a:ext cx="0" cy="0"/>
          <a:chOff x="0" y="0"/>
          <a:chExt cx="0" cy="0"/>
        </a:xfrm>
      </p:grpSpPr>
      <p:sp>
        <p:nvSpPr>
          <p:cNvPr id="7" name="Rectangle 6"/>
          <p:cNvSpPr>
            <a:spLocks noChangeArrowheads="1"/>
          </p:cNvSpPr>
          <p:nvPr/>
        </p:nvSpPr>
        <p:spPr bwMode="white">
          <a:xfrm>
            <a:off x="0" y="6705600"/>
            <a:ext cx="12192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8" name="Rectangle 7"/>
          <p:cNvSpPr>
            <a:spLocks noChangeArrowheads="1"/>
          </p:cNvSpPr>
          <p:nvPr/>
        </p:nvSpPr>
        <p:spPr bwMode="white">
          <a:xfrm>
            <a:off x="9347200" y="0"/>
            <a:ext cx="28448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9" name="Rectangle 8"/>
          <p:cNvSpPr>
            <a:spLocks noChangeArrowheads="1"/>
          </p:cNvSpPr>
          <p:nvPr/>
        </p:nvSpPr>
        <p:spPr bwMode="white">
          <a:xfrm>
            <a:off x="0" y="0"/>
            <a:ext cx="12192000" cy="155448"/>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0" name="Rectangle 9"/>
          <p:cNvSpPr>
            <a:spLocks noChangeArrowheads="1"/>
          </p:cNvSpPr>
          <p:nvPr/>
        </p:nvSpPr>
        <p:spPr bwMode="white">
          <a:xfrm>
            <a:off x="0" y="0"/>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1" name="Rectangle 10"/>
          <p:cNvSpPr>
            <a:spLocks noChangeArrowheads="1"/>
          </p:cNvSpPr>
          <p:nvPr/>
        </p:nvSpPr>
        <p:spPr bwMode="auto">
          <a:xfrm>
            <a:off x="195072" y="6391657"/>
            <a:ext cx="11777472"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2" name="Rectangle 11"/>
          <p:cNvSpPr>
            <a:spLocks noChangeArrowheads="1"/>
          </p:cNvSpPr>
          <p:nvPr/>
        </p:nvSpPr>
        <p:spPr bwMode="auto">
          <a:xfrm>
            <a:off x="203200" y="155448"/>
            <a:ext cx="11777472"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3" name="Straight Connector 12"/>
          <p:cNvSpPr>
            <a:spLocks noChangeShapeType="1"/>
          </p:cNvSpPr>
          <p:nvPr/>
        </p:nvSpPr>
        <p:spPr bwMode="auto">
          <a:xfrm rot="5400000">
            <a:off x="6403340" y="3278124"/>
            <a:ext cx="6245352" cy="0"/>
          </a:xfrm>
          <a:prstGeom prst="line">
            <a:avLst/>
          </a:prstGeom>
          <a:noFill/>
          <a:ln w="9525"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dirty="0"/>
          </a:p>
        </p:txBody>
      </p:sp>
      <p:sp>
        <p:nvSpPr>
          <p:cNvPr id="14" name="Oval 13"/>
          <p:cNvSpPr/>
          <p:nvPr/>
        </p:nvSpPr>
        <p:spPr>
          <a:xfrm>
            <a:off x="9119616" y="2925763"/>
            <a:ext cx="8128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5" name="Oval 14"/>
          <p:cNvSpPr/>
          <p:nvPr/>
        </p:nvSpPr>
        <p:spPr>
          <a:xfrm>
            <a:off x="9245600" y="3020251"/>
            <a:ext cx="560832"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6" name="Slide Number Placeholder 5"/>
          <p:cNvSpPr>
            <a:spLocks noGrp="1"/>
          </p:cNvSpPr>
          <p:nvPr>
            <p:ph type="sldNum" sz="quarter" idx="12"/>
          </p:nvPr>
        </p:nvSpPr>
        <p:spPr>
          <a:xfrm>
            <a:off x="9221216" y="3009902"/>
            <a:ext cx="609600" cy="441325"/>
          </a:xfrm>
        </p:spPr>
        <p:txBody>
          <a:bodyPr/>
          <a:lstStyle/>
          <a:p>
            <a:fld id="{DBA1B0FB-D917-4C8C-928F-313BD683BF39}" type="slidenum">
              <a:rPr lang="en-US" smtClean="0"/>
              <a:pPr/>
              <a:t>‹#›</a:t>
            </a:fld>
            <a:endParaRPr lang="en-US" dirty="0"/>
          </a:p>
        </p:txBody>
      </p:sp>
      <p:sp>
        <p:nvSpPr>
          <p:cNvPr id="3" name="Vertical Text Placeholder 2"/>
          <p:cNvSpPr>
            <a:spLocks noGrp="1"/>
          </p:cNvSpPr>
          <p:nvPr>
            <p:ph type="body" orient="vert" idx="1"/>
          </p:nvPr>
        </p:nvSpPr>
        <p:spPr>
          <a:xfrm>
            <a:off x="406400" y="304800"/>
            <a:ext cx="8737600" cy="5821366"/>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r>
              <a:rPr lang="en-US" dirty="0" smtClean="0"/>
              <a:t>Tuesday, February 2, 20XX</a:t>
            </a:r>
            <a:endParaRPr lang="en-US" dirty="0"/>
          </a:p>
        </p:txBody>
      </p:sp>
      <p:sp>
        <p:nvSpPr>
          <p:cNvPr id="5" name="Footer Placeholder 4"/>
          <p:cNvSpPr>
            <a:spLocks noGrp="1"/>
          </p:cNvSpPr>
          <p:nvPr>
            <p:ph type="ftr" sz="quarter" idx="11"/>
          </p:nvPr>
        </p:nvSpPr>
        <p:spPr/>
        <p:txBody>
          <a:bodyPr/>
          <a:lstStyle/>
          <a:p>
            <a:r>
              <a:rPr lang="en-US" dirty="0" smtClean="0"/>
              <a:t>Sample Footer Text</a:t>
            </a:r>
            <a:endParaRPr lang="en-US" dirty="0"/>
          </a:p>
        </p:txBody>
      </p:sp>
      <p:sp>
        <p:nvSpPr>
          <p:cNvPr id="2" name="Vertical Title 1"/>
          <p:cNvSpPr>
            <a:spLocks noGrp="1"/>
          </p:cNvSpPr>
          <p:nvPr>
            <p:ph type="title" orient="vert"/>
          </p:nvPr>
        </p:nvSpPr>
        <p:spPr>
          <a:xfrm>
            <a:off x="9855200" y="304802"/>
            <a:ext cx="1930400" cy="5851525"/>
          </a:xfrm>
        </p:spPr>
        <p:txBody>
          <a:bodyPr vert="eaVert"/>
          <a:lstStyle/>
          <a:p>
            <a:r>
              <a:rPr kumimoji="0" lang="en-US" smtClean="0"/>
              <a:t>Click to edit Master title style</a:t>
            </a:r>
            <a:endParaRPr kumimoji="0" lang="en-US"/>
          </a:p>
        </p:txBody>
      </p:sp>
    </p:spTree>
  </p:cSld>
  <p:clrMapOvr>
    <a:overrideClrMapping bg1="lt1" tx1="dk1" bg2="lt2" tx2="dk2" accent1="accent1" accent2="accent2" accent3="accent3" accent4="accent4" accent5="accent5" accent6="accent6" hlink="hlink" folHlink="folHlink"/>
  </p:clrMapOvr>
  <p:hf hdr="0"/>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Title">
    <p:spTree>
      <p:nvGrpSpPr>
        <p:cNvPr id="1" name=""/>
        <p:cNvGrpSpPr/>
        <p:nvPr/>
      </p:nvGrpSpPr>
      <p:grpSpPr>
        <a:xfrm>
          <a:off x="0" y="0"/>
          <a:ext cx="0" cy="0"/>
          <a:chOff x="0" y="0"/>
          <a:chExt cx="0" cy="0"/>
        </a:xfrm>
      </p:grpSpPr>
      <p:sp>
        <p:nvSpPr>
          <p:cNvPr id="6" name="Title 1">
            <a:extLst>
              <a:ext uri="{FF2B5EF4-FFF2-40B4-BE49-F238E27FC236}">
                <a16:creationId xmlns="" xmlns:a16="http://schemas.microsoft.com/office/drawing/2014/main" id="{9E68F591-F3C7-4872-BBA0-0693794F4F11}"/>
              </a:ext>
            </a:extLst>
          </p:cNvPr>
          <p:cNvSpPr>
            <a:spLocks noGrp="1"/>
          </p:cNvSpPr>
          <p:nvPr>
            <p:ph type="ctrTitle" hasCustomPrompt="1"/>
          </p:nvPr>
        </p:nvSpPr>
        <p:spPr>
          <a:xfrm>
            <a:off x="7999415" y="1051551"/>
            <a:ext cx="3565524" cy="2384898"/>
          </a:xfrm>
        </p:spPr>
        <p:txBody>
          <a:bodyPr anchor="b" anchorCtr="0">
            <a:noAutofit/>
          </a:bodyPr>
          <a:lstStyle/>
          <a:p>
            <a:r>
              <a:rPr lang="en-US" sz="4800" dirty="0"/>
              <a:t>3DFloat</a:t>
            </a:r>
          </a:p>
        </p:txBody>
      </p:sp>
      <p:sp>
        <p:nvSpPr>
          <p:cNvPr id="14" name="Picture Placeholder 13">
            <a:extLst>
              <a:ext uri="{FF2B5EF4-FFF2-40B4-BE49-F238E27FC236}">
                <a16:creationId xmlns="" xmlns:a16="http://schemas.microsoft.com/office/drawing/2014/main" id="{967766A8-18D5-4391-8DB7-7BFF6427636C}"/>
              </a:ext>
            </a:extLst>
          </p:cNvPr>
          <p:cNvSpPr>
            <a:spLocks noGrp="1"/>
          </p:cNvSpPr>
          <p:nvPr>
            <p:ph type="pic" sz="quarter" idx="13"/>
          </p:nvPr>
        </p:nvSpPr>
        <p:spPr>
          <a:xfrm>
            <a:off x="0" y="0"/>
            <a:ext cx="7452360" cy="6858000"/>
          </a:xfrm>
          <a:solidFill>
            <a:schemeClr val="accent5"/>
          </a:solidFill>
        </p:spPr>
        <p:txBody>
          <a:bodyPr>
            <a:noAutofit/>
          </a:bodyPr>
          <a:lstStyle/>
          <a:p>
            <a:endParaRPr lang="en-US" dirty="0"/>
          </a:p>
        </p:txBody>
      </p:sp>
      <p:sp>
        <p:nvSpPr>
          <p:cNvPr id="8" name="Oval 7">
            <a:extLst>
              <a:ext uri="{FF2B5EF4-FFF2-40B4-BE49-F238E27FC236}">
                <a16:creationId xmlns="" xmlns:a16="http://schemas.microsoft.com/office/drawing/2014/main" id="{938AD48E-7D67-4BE9-97B6-DB64DE5253B9}"/>
              </a:ext>
              <a:ext uri="{C183D7F6-B498-43B3-948B-1728B52AA6E4}">
                <adec:decorative xmlns="" xmlns:adec="http://schemas.microsoft.com/office/drawing/2017/decorative" val="1"/>
              </a:ext>
            </a:extLst>
          </p:cNvPr>
          <p:cNvSpPr>
            <a:spLocks noChangeAspect="1"/>
          </p:cNvSpPr>
          <p:nvPr userDrawn="1"/>
        </p:nvSpPr>
        <p:spPr>
          <a:xfrm>
            <a:off x="7999413" y="445272"/>
            <a:ext cx="360000" cy="360000"/>
          </a:xfrm>
          <a:prstGeom prst="ellipse">
            <a:avLst/>
          </a:prstGeom>
          <a:gradFill flip="none" rotWithShape="1">
            <a:gsLst>
              <a:gs pos="100000">
                <a:schemeClr val="bg2">
                  <a:lumMod val="50000"/>
                  <a:lumOff val="50000"/>
                </a:schemeClr>
              </a:gs>
              <a:gs pos="60000">
                <a:schemeClr val="bg2"/>
              </a:gs>
            </a:gsLst>
            <a:path path="circle">
              <a:fillToRect l="100000" b="100000"/>
            </a:path>
            <a:tileRect t="-100000" r="-100000"/>
          </a:gradFill>
          <a:ln>
            <a:noFill/>
          </a:ln>
          <a:effectLst>
            <a:innerShdw blurRad="127000" dist="63500" dir="2700000">
              <a:schemeClr val="accent1">
                <a:lumMod val="60000"/>
                <a:lumOff val="40000"/>
                <a:alpha val="20000"/>
              </a:schemeClr>
            </a:innerShdw>
            <a:softEdge rad="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grpSp>
        <p:nvGrpSpPr>
          <p:cNvPr id="2" name="Group 8">
            <a:extLst>
              <a:ext uri="{FF2B5EF4-FFF2-40B4-BE49-F238E27FC236}">
                <a16:creationId xmlns="" xmlns:a16="http://schemas.microsoft.com/office/drawing/2014/main" id="{EB6FF8E2-165B-49EB-8120-14190F9491BC}"/>
              </a:ext>
              <a:ext uri="{C183D7F6-B498-43B3-948B-1728B52AA6E4}">
                <adec:decorative xmlns="" xmlns:adec="http://schemas.microsoft.com/office/drawing/2017/decorative" val="1"/>
              </a:ext>
            </a:extLst>
          </p:cNvPr>
          <p:cNvGrpSpPr/>
          <p:nvPr userDrawn="1"/>
        </p:nvGrpSpPr>
        <p:grpSpPr>
          <a:xfrm rot="5400000">
            <a:off x="10915300" y="5534727"/>
            <a:ext cx="667802" cy="631475"/>
            <a:chOff x="10478914" y="1506691"/>
            <a:chExt cx="667802" cy="631474"/>
          </a:xfrm>
        </p:grpSpPr>
        <p:sp>
          <p:nvSpPr>
            <p:cNvPr id="10" name="Freeform: Shape 9">
              <a:extLst>
                <a:ext uri="{FF2B5EF4-FFF2-40B4-BE49-F238E27FC236}">
                  <a16:creationId xmlns="" xmlns:a16="http://schemas.microsoft.com/office/drawing/2014/main" id="{79B763A7-EE7D-4306-8306-01E8C86E6350}"/>
                </a:ext>
              </a:extLst>
            </p:cNvPr>
            <p:cNvSpPr>
              <a:spLocks noChangeAspect="1"/>
            </p:cNvSpPr>
            <p:nvPr/>
          </p:nvSpPr>
          <p:spPr>
            <a:xfrm rot="8100000">
              <a:off x="10606715" y="1506691"/>
              <a:ext cx="540001" cy="631474"/>
            </a:xfrm>
            <a:custGeom>
              <a:avLst/>
              <a:gdLst>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0 w 1080000"/>
                <a:gd name="connsiteY9" fmla="*/ 931034 h 1262947"/>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540000 w 1080000"/>
                <a:gd name="connsiteY9" fmla="*/ 0 h 1262947"/>
                <a:gd name="connsiteX0" fmla="*/ 540000 w 1080000"/>
                <a:gd name="connsiteY0" fmla="*/ 0 h 1262947"/>
                <a:gd name="connsiteX1" fmla="*/ 1064374 w 1080000"/>
                <a:gd name="connsiteY1" fmla="*/ 931034 h 1262947"/>
                <a:gd name="connsiteX2" fmla="*/ 1069029 w 1080000"/>
                <a:gd name="connsiteY2" fmla="*/ 938533 h 1262947"/>
                <a:gd name="connsiteX3" fmla="*/ 1080000 w 1080000"/>
                <a:gd name="connsiteY3" fmla="*/ 992947 h 1262947"/>
                <a:gd name="connsiteX4" fmla="*/ 540000 w 1080000"/>
                <a:gd name="connsiteY4" fmla="*/ 1262947 h 1262947"/>
                <a:gd name="connsiteX5" fmla="*/ 0 w 1080000"/>
                <a:gd name="connsiteY5" fmla="*/ 992947 h 1262947"/>
                <a:gd name="connsiteX6" fmla="*/ 10971 w 1080000"/>
                <a:gd name="connsiteY6" fmla="*/ 938533 h 1262947"/>
                <a:gd name="connsiteX7" fmla="*/ 15626 w 1080000"/>
                <a:gd name="connsiteY7" fmla="*/ 931034 h 1262947"/>
                <a:gd name="connsiteX8" fmla="*/ 540000 w 1080000"/>
                <a:gd name="connsiteY8" fmla="*/ 0 h 1262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80000" h="1262947">
                  <a:moveTo>
                    <a:pt x="540000" y="0"/>
                  </a:moveTo>
                  <a:lnTo>
                    <a:pt x="1064374" y="931034"/>
                  </a:lnTo>
                  <a:lnTo>
                    <a:pt x="1069029" y="938533"/>
                  </a:lnTo>
                  <a:cubicBezTo>
                    <a:pt x="1076223" y="956109"/>
                    <a:pt x="1080000" y="974307"/>
                    <a:pt x="1080000" y="992947"/>
                  </a:cubicBezTo>
                  <a:cubicBezTo>
                    <a:pt x="1080000" y="1142064"/>
                    <a:pt x="838234" y="1262947"/>
                    <a:pt x="540000" y="1262947"/>
                  </a:cubicBezTo>
                  <a:cubicBezTo>
                    <a:pt x="241766" y="1262947"/>
                    <a:pt x="0" y="1142064"/>
                    <a:pt x="0" y="992947"/>
                  </a:cubicBezTo>
                  <a:cubicBezTo>
                    <a:pt x="0" y="974307"/>
                    <a:pt x="3778" y="956109"/>
                    <a:pt x="10971" y="938533"/>
                  </a:cubicBezTo>
                  <a:lnTo>
                    <a:pt x="15626" y="931034"/>
                  </a:lnTo>
                  <a:lnTo>
                    <a:pt x="540000" y="0"/>
                  </a:lnTo>
                  <a:close/>
                </a:path>
              </a:pathLst>
            </a:custGeom>
            <a:gradFill>
              <a:gsLst>
                <a:gs pos="60000">
                  <a:schemeClr val="bg2">
                    <a:lumMod val="90000"/>
                    <a:lumOff val="10000"/>
                  </a:schemeClr>
                </a:gs>
                <a:gs pos="30000">
                  <a:schemeClr val="bg2">
                    <a:lumMod val="90000"/>
                    <a:lumOff val="10000"/>
                  </a:schemeClr>
                </a:gs>
                <a:gs pos="40000">
                  <a:schemeClr val="bg2">
                    <a:lumMod val="80000"/>
                    <a:lumOff val="20000"/>
                  </a:schemeClr>
                </a:gs>
                <a:gs pos="100000">
                  <a:schemeClr val="bg2"/>
                </a:gs>
              </a:gsLst>
              <a:lin ang="600000" scaled="0"/>
            </a:gradFill>
            <a:ln>
              <a:noFill/>
            </a:ln>
            <a:effectLst>
              <a:innerShdw blurRad="101600" dist="50800" dir="7320000">
                <a:schemeClr val="accent1">
                  <a:lumMod val="60000"/>
                  <a:lumOff val="40000"/>
                  <a:alpha val="2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11" name="Oval 10">
              <a:extLst>
                <a:ext uri="{FF2B5EF4-FFF2-40B4-BE49-F238E27FC236}">
                  <a16:creationId xmlns="" xmlns:a16="http://schemas.microsoft.com/office/drawing/2014/main" id="{4B3A935F-6844-4FCE-B0AE-5492715A58F1}"/>
                </a:ext>
              </a:extLst>
            </p:cNvPr>
            <p:cNvSpPr/>
            <p:nvPr/>
          </p:nvSpPr>
          <p:spPr>
            <a:xfrm rot="13500000">
              <a:off x="10613915" y="1424627"/>
              <a:ext cx="270000" cy="540001"/>
            </a:xfrm>
            <a:prstGeom prst="ellipse">
              <a:avLst/>
            </a:prstGeom>
            <a:solidFill>
              <a:schemeClr val="bg2">
                <a:lumMod val="90000"/>
                <a:lumOff val="10000"/>
              </a:schemeClr>
            </a:solidFill>
            <a:ln>
              <a:noFill/>
            </a:ln>
            <a:effectLst>
              <a:innerShdw blurRad="12700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grpSp>
      <p:sp>
        <p:nvSpPr>
          <p:cNvPr id="3" name="Text Placeholder 2">
            <a:extLst>
              <a:ext uri="{FF2B5EF4-FFF2-40B4-BE49-F238E27FC236}">
                <a16:creationId xmlns="" xmlns:a16="http://schemas.microsoft.com/office/drawing/2014/main" id="{5B16EB97-6E8A-4B50-8701-7CB158044DCA}"/>
              </a:ext>
            </a:extLst>
          </p:cNvPr>
          <p:cNvSpPr>
            <a:spLocks noGrp="1"/>
          </p:cNvSpPr>
          <p:nvPr>
            <p:ph type="body" sz="quarter" idx="14"/>
          </p:nvPr>
        </p:nvSpPr>
        <p:spPr>
          <a:xfrm>
            <a:off x="7999414" y="3568702"/>
            <a:ext cx="3565524" cy="1731963"/>
          </a:xfrm>
        </p:spPr>
        <p:txBody>
          <a:bodyPr>
            <a:noAutofit/>
          </a:bodyPr>
          <a:lstStyle>
            <a:lvl1pPr>
              <a:buNone/>
              <a:defRPr sz="2000"/>
            </a:lvl1pPr>
            <a:lvl2pPr>
              <a:buNone/>
              <a:defRPr sz="2000"/>
            </a:lvl2pPr>
            <a:lvl3pPr>
              <a:buNone/>
              <a:defRPr sz="2000"/>
            </a:lvl3pPr>
            <a:lvl4pPr>
              <a:buNone/>
              <a:defRPr sz="2000"/>
            </a:lvl4pPr>
            <a:lvl5pPr>
              <a:buNone/>
              <a:defRPr sz="2000"/>
            </a:lvl5pPr>
          </a:lstStyle>
          <a:p>
            <a:pPr lvl="0"/>
            <a:r>
              <a:rPr lang="en-US" dirty="0"/>
              <a:t>Click to edit Master text styles</a:t>
            </a:r>
          </a:p>
        </p:txBody>
      </p:sp>
    </p:spTree>
    <p:extLst>
      <p:ext uri="{BB962C8B-B14F-4D97-AF65-F5344CB8AC3E}">
        <p14:creationId xmlns="" xmlns:p14="http://schemas.microsoft.com/office/powerpoint/2010/main" val="60094885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2_Agenda">
    <p:spTree>
      <p:nvGrpSpPr>
        <p:cNvPr id="1" name=""/>
        <p:cNvGrpSpPr/>
        <p:nvPr/>
      </p:nvGrpSpPr>
      <p:grpSpPr>
        <a:xfrm>
          <a:off x="0" y="0"/>
          <a:ext cx="0" cy="0"/>
          <a:chOff x="0" y="0"/>
          <a:chExt cx="0" cy="0"/>
        </a:xfrm>
      </p:grpSpPr>
      <p:sp>
        <p:nvSpPr>
          <p:cNvPr id="5" name="Title 1">
            <a:extLst>
              <a:ext uri="{FF2B5EF4-FFF2-40B4-BE49-F238E27FC236}">
                <a16:creationId xmlns="" xmlns:a16="http://schemas.microsoft.com/office/drawing/2014/main" id="{C0923D16-1EC5-4C17-ABA8-B13A1256B36F}"/>
              </a:ext>
            </a:extLst>
          </p:cNvPr>
          <p:cNvSpPr>
            <a:spLocks noGrp="1"/>
          </p:cNvSpPr>
          <p:nvPr>
            <p:ph type="title" hasCustomPrompt="1"/>
          </p:nvPr>
        </p:nvSpPr>
        <p:spPr>
          <a:xfrm>
            <a:off x="550865" y="549277"/>
            <a:ext cx="3565524" cy="1997855"/>
          </a:xfrm>
        </p:spPr>
        <p:txBody>
          <a:bodyPr wrap="square" anchor="b" anchorCtr="0">
            <a:noAutofit/>
          </a:bodyPr>
          <a:lstStyle>
            <a:lvl1pPr>
              <a:defRPr/>
            </a:lvl1pPr>
          </a:lstStyle>
          <a:p>
            <a:r>
              <a:rPr lang="en-US" dirty="0"/>
              <a:t>Click to add title</a:t>
            </a:r>
          </a:p>
        </p:txBody>
      </p:sp>
      <p:sp>
        <p:nvSpPr>
          <p:cNvPr id="7" name="Content Placeholder 2">
            <a:extLst>
              <a:ext uri="{FF2B5EF4-FFF2-40B4-BE49-F238E27FC236}">
                <a16:creationId xmlns="" xmlns:a16="http://schemas.microsoft.com/office/drawing/2014/main" id="{50294D8B-CF64-4C26-8C78-57A375E7D33B}"/>
              </a:ext>
            </a:extLst>
          </p:cNvPr>
          <p:cNvSpPr>
            <a:spLocks noGrp="1"/>
          </p:cNvSpPr>
          <p:nvPr>
            <p:ph idx="1" hasCustomPrompt="1"/>
          </p:nvPr>
        </p:nvSpPr>
        <p:spPr>
          <a:xfrm>
            <a:off x="550864" y="2677308"/>
            <a:ext cx="3565525" cy="3415519"/>
          </a:xfrm>
        </p:spPr>
        <p:txBody>
          <a:bodyPr anchor="t" anchorCtr="0">
            <a:noAutofit/>
          </a:bodyPr>
          <a:lstStyle>
            <a:lvl1pPr>
              <a:buNone/>
              <a:defRPr/>
            </a:lvl1pPr>
          </a:lstStyle>
          <a:p>
            <a:pPr>
              <a:lnSpc>
                <a:spcPct val="120000"/>
              </a:lnSpc>
            </a:pPr>
            <a:r>
              <a:rPr lang="en-US" sz="1600" dirty="0"/>
              <a:t>Click to add text</a:t>
            </a:r>
          </a:p>
        </p:txBody>
      </p:sp>
      <p:sp>
        <p:nvSpPr>
          <p:cNvPr id="17" name="Picture Placeholder 16">
            <a:extLst>
              <a:ext uri="{FF2B5EF4-FFF2-40B4-BE49-F238E27FC236}">
                <a16:creationId xmlns="" xmlns:a16="http://schemas.microsoft.com/office/drawing/2014/main" id="{67BCF456-426F-435B-8DF0-A32A44F5A889}"/>
              </a:ext>
            </a:extLst>
          </p:cNvPr>
          <p:cNvSpPr>
            <a:spLocks noGrp="1"/>
          </p:cNvSpPr>
          <p:nvPr>
            <p:ph type="pic" sz="quarter" idx="13"/>
          </p:nvPr>
        </p:nvSpPr>
        <p:spPr>
          <a:xfrm>
            <a:off x="5208928" y="1596771"/>
            <a:ext cx="3448559" cy="3448558"/>
          </a:xfrm>
          <a:custGeom>
            <a:avLst/>
            <a:gdLst>
              <a:gd name="connsiteX0" fmla="*/ 1724279 w 3448558"/>
              <a:gd name="connsiteY0" fmla="*/ 0 h 3448558"/>
              <a:gd name="connsiteX1" fmla="*/ 3448558 w 3448558"/>
              <a:gd name="connsiteY1" fmla="*/ 1724279 h 3448558"/>
              <a:gd name="connsiteX2" fmla="*/ 1724279 w 3448558"/>
              <a:gd name="connsiteY2" fmla="*/ 3448558 h 3448558"/>
              <a:gd name="connsiteX3" fmla="*/ 0 w 3448558"/>
              <a:gd name="connsiteY3" fmla="*/ 1724279 h 3448558"/>
              <a:gd name="connsiteX4" fmla="*/ 1724279 w 3448558"/>
              <a:gd name="connsiteY4" fmla="*/ 0 h 34485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48558" h="3448558">
                <a:moveTo>
                  <a:pt x="1724279" y="0"/>
                </a:moveTo>
                <a:cubicBezTo>
                  <a:pt x="2676572" y="0"/>
                  <a:pt x="3448558" y="771986"/>
                  <a:pt x="3448558" y="1724279"/>
                </a:cubicBezTo>
                <a:cubicBezTo>
                  <a:pt x="3448558" y="2676572"/>
                  <a:pt x="2676572" y="3448558"/>
                  <a:pt x="1724279" y="3448558"/>
                </a:cubicBezTo>
                <a:cubicBezTo>
                  <a:pt x="771986" y="3448558"/>
                  <a:pt x="0" y="2676572"/>
                  <a:pt x="0" y="1724279"/>
                </a:cubicBezTo>
                <a:cubicBezTo>
                  <a:pt x="0" y="771986"/>
                  <a:pt x="771986" y="0"/>
                  <a:pt x="1724279" y="0"/>
                </a:cubicBezTo>
                <a:close/>
              </a:path>
            </a:pathLst>
          </a:custGeom>
          <a:solidFill>
            <a:schemeClr val="accent5"/>
          </a:solidFill>
        </p:spPr>
        <p:txBody>
          <a:bodyPr wrap="square">
            <a:noAutofit/>
          </a:bodyPr>
          <a:lstStyle/>
          <a:p>
            <a:endParaRPr lang="en-US" dirty="0"/>
          </a:p>
        </p:txBody>
      </p:sp>
      <p:sp>
        <p:nvSpPr>
          <p:cNvPr id="22" name="Picture Placeholder 21">
            <a:extLst>
              <a:ext uri="{FF2B5EF4-FFF2-40B4-BE49-F238E27FC236}">
                <a16:creationId xmlns="" xmlns:a16="http://schemas.microsoft.com/office/drawing/2014/main" id="{4813A609-7079-46D5-9C1D-52004ABDAC9D}"/>
              </a:ext>
            </a:extLst>
          </p:cNvPr>
          <p:cNvSpPr>
            <a:spLocks noGrp="1"/>
          </p:cNvSpPr>
          <p:nvPr>
            <p:ph type="pic" sz="quarter" idx="14"/>
          </p:nvPr>
        </p:nvSpPr>
        <p:spPr>
          <a:xfrm>
            <a:off x="8918575" y="596392"/>
            <a:ext cx="2263776" cy="2263776"/>
          </a:xfrm>
          <a:custGeom>
            <a:avLst/>
            <a:gdLst>
              <a:gd name="connsiteX0" fmla="*/ 1131888 w 2263776"/>
              <a:gd name="connsiteY0" fmla="*/ 0 h 2263776"/>
              <a:gd name="connsiteX1" fmla="*/ 2263776 w 2263776"/>
              <a:gd name="connsiteY1" fmla="*/ 1131888 h 2263776"/>
              <a:gd name="connsiteX2" fmla="*/ 1131888 w 2263776"/>
              <a:gd name="connsiteY2" fmla="*/ 2263776 h 2263776"/>
              <a:gd name="connsiteX3" fmla="*/ 0 w 2263776"/>
              <a:gd name="connsiteY3" fmla="*/ 1131888 h 2263776"/>
              <a:gd name="connsiteX4" fmla="*/ 1131888 w 2263776"/>
              <a:gd name="connsiteY4" fmla="*/ 0 h 22637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63776" h="2263776">
                <a:moveTo>
                  <a:pt x="1131888" y="0"/>
                </a:moveTo>
                <a:cubicBezTo>
                  <a:pt x="1757012" y="0"/>
                  <a:pt x="2263776" y="506764"/>
                  <a:pt x="2263776" y="1131888"/>
                </a:cubicBezTo>
                <a:cubicBezTo>
                  <a:pt x="2263776" y="1757012"/>
                  <a:pt x="1757012" y="2263776"/>
                  <a:pt x="1131888" y="2263776"/>
                </a:cubicBezTo>
                <a:cubicBezTo>
                  <a:pt x="506764" y="2263776"/>
                  <a:pt x="0" y="1757012"/>
                  <a:pt x="0" y="1131888"/>
                </a:cubicBezTo>
                <a:cubicBezTo>
                  <a:pt x="0" y="506764"/>
                  <a:pt x="506764" y="0"/>
                  <a:pt x="1131888" y="0"/>
                </a:cubicBezTo>
                <a:close/>
              </a:path>
            </a:pathLst>
          </a:custGeom>
          <a:solidFill>
            <a:schemeClr val="accent5"/>
          </a:solidFill>
        </p:spPr>
        <p:txBody>
          <a:bodyPr wrap="square">
            <a:noAutofit/>
          </a:bodyPr>
          <a:lstStyle/>
          <a:p>
            <a:endParaRPr lang="en-US" dirty="0"/>
          </a:p>
        </p:txBody>
      </p:sp>
      <p:sp>
        <p:nvSpPr>
          <p:cNvPr id="25" name="Picture Placeholder 24">
            <a:extLst>
              <a:ext uri="{FF2B5EF4-FFF2-40B4-BE49-F238E27FC236}">
                <a16:creationId xmlns="" xmlns:a16="http://schemas.microsoft.com/office/drawing/2014/main" id="{A14F21DF-D5E0-4C6C-BA2C-D69D65DBB18E}"/>
              </a:ext>
            </a:extLst>
          </p:cNvPr>
          <p:cNvSpPr>
            <a:spLocks noGrp="1"/>
          </p:cNvSpPr>
          <p:nvPr>
            <p:ph type="pic" sz="quarter" idx="15"/>
          </p:nvPr>
        </p:nvSpPr>
        <p:spPr>
          <a:xfrm>
            <a:off x="9091613" y="3324733"/>
            <a:ext cx="2936876" cy="2936876"/>
          </a:xfrm>
          <a:custGeom>
            <a:avLst/>
            <a:gdLst>
              <a:gd name="connsiteX0" fmla="*/ 1468438 w 2936876"/>
              <a:gd name="connsiteY0" fmla="*/ 0 h 2936876"/>
              <a:gd name="connsiteX1" fmla="*/ 2936876 w 2936876"/>
              <a:gd name="connsiteY1" fmla="*/ 1468438 h 2936876"/>
              <a:gd name="connsiteX2" fmla="*/ 1468438 w 2936876"/>
              <a:gd name="connsiteY2" fmla="*/ 2936876 h 2936876"/>
              <a:gd name="connsiteX3" fmla="*/ 0 w 2936876"/>
              <a:gd name="connsiteY3" fmla="*/ 1468438 h 2936876"/>
              <a:gd name="connsiteX4" fmla="*/ 1468438 w 2936876"/>
              <a:gd name="connsiteY4" fmla="*/ 0 h 29368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36876" h="2936876">
                <a:moveTo>
                  <a:pt x="1468438" y="0"/>
                </a:moveTo>
                <a:cubicBezTo>
                  <a:pt x="2279434" y="0"/>
                  <a:pt x="2936876" y="657442"/>
                  <a:pt x="2936876" y="1468438"/>
                </a:cubicBezTo>
                <a:cubicBezTo>
                  <a:pt x="2936876" y="2279434"/>
                  <a:pt x="2279434" y="2936876"/>
                  <a:pt x="1468438" y="2936876"/>
                </a:cubicBezTo>
                <a:cubicBezTo>
                  <a:pt x="657442" y="2936876"/>
                  <a:pt x="0" y="2279434"/>
                  <a:pt x="0" y="1468438"/>
                </a:cubicBezTo>
                <a:cubicBezTo>
                  <a:pt x="0" y="657442"/>
                  <a:pt x="657442" y="0"/>
                  <a:pt x="1468438" y="0"/>
                </a:cubicBezTo>
                <a:close/>
              </a:path>
            </a:pathLst>
          </a:custGeom>
          <a:solidFill>
            <a:schemeClr val="accent5"/>
          </a:solidFill>
        </p:spPr>
        <p:txBody>
          <a:bodyPr wrap="square">
            <a:noAutofit/>
          </a:bodyPr>
          <a:lstStyle/>
          <a:p>
            <a:endParaRPr lang="en-US" dirty="0"/>
          </a:p>
        </p:txBody>
      </p:sp>
      <p:sp>
        <p:nvSpPr>
          <p:cNvPr id="2" name="Date Placeholder 1">
            <a:extLst>
              <a:ext uri="{FF2B5EF4-FFF2-40B4-BE49-F238E27FC236}">
                <a16:creationId xmlns="" xmlns:a16="http://schemas.microsoft.com/office/drawing/2014/main" id="{AB81B449-7B97-41DC-B23F-65EDCBD316A6}"/>
              </a:ext>
            </a:extLst>
          </p:cNvPr>
          <p:cNvSpPr>
            <a:spLocks noGrp="1"/>
          </p:cNvSpPr>
          <p:nvPr>
            <p:ph type="dt" sz="half" idx="10"/>
          </p:nvPr>
        </p:nvSpPr>
        <p:spPr/>
        <p:txBody>
          <a:bodyPr>
            <a:noAutofit/>
          </a:bodyPr>
          <a:lstStyle/>
          <a:p>
            <a:r>
              <a:rPr lang="en-US" dirty="0"/>
              <a:t>Tuesday, February 2, 20XX</a:t>
            </a:r>
          </a:p>
        </p:txBody>
      </p:sp>
      <p:sp>
        <p:nvSpPr>
          <p:cNvPr id="3" name="Footer Placeholder 2">
            <a:extLst>
              <a:ext uri="{FF2B5EF4-FFF2-40B4-BE49-F238E27FC236}">
                <a16:creationId xmlns="" xmlns:a16="http://schemas.microsoft.com/office/drawing/2014/main" id="{7C6B46D5-337B-4906-8412-4EEA3884FA7E}"/>
              </a:ext>
            </a:extLst>
          </p:cNvPr>
          <p:cNvSpPr>
            <a:spLocks noGrp="1"/>
          </p:cNvSpPr>
          <p:nvPr>
            <p:ph type="ftr" sz="quarter" idx="11"/>
          </p:nvPr>
        </p:nvSpPr>
        <p:spPr/>
        <p:txBody>
          <a:bodyPr>
            <a:noAutofit/>
          </a:bodyPr>
          <a:lstStyle/>
          <a:p>
            <a:r>
              <a:rPr lang="en-US" dirty="0"/>
              <a:t>Sample Footer Text</a:t>
            </a:r>
          </a:p>
        </p:txBody>
      </p:sp>
      <p:sp>
        <p:nvSpPr>
          <p:cNvPr id="4" name="Slide Number Placeholder 3">
            <a:extLst>
              <a:ext uri="{FF2B5EF4-FFF2-40B4-BE49-F238E27FC236}">
                <a16:creationId xmlns="" xmlns:a16="http://schemas.microsoft.com/office/drawing/2014/main" id="{E436F230-C9A7-407A-B923-873839C8D8A0}"/>
              </a:ext>
            </a:extLst>
          </p:cNvPr>
          <p:cNvSpPr>
            <a:spLocks noGrp="1"/>
          </p:cNvSpPr>
          <p:nvPr>
            <p:ph type="sldNum" sz="quarter" idx="12"/>
          </p:nvPr>
        </p:nvSpPr>
        <p:spPr/>
        <p:txBody>
          <a:bodyPr>
            <a:noAutofit/>
          </a:bodyPr>
          <a:lstStyle/>
          <a:p>
            <a:fld id="{DBA1B0FB-D917-4C8C-928F-313BD683BF39}" type="slidenum">
              <a:rPr lang="en-US" smtClean="0"/>
              <a:pPr/>
              <a:t>‹#›</a:t>
            </a:fld>
            <a:endParaRPr lang="en-US" dirty="0"/>
          </a:p>
        </p:txBody>
      </p:sp>
      <p:sp>
        <p:nvSpPr>
          <p:cNvPr id="6" name="Oval 5">
            <a:extLst>
              <a:ext uri="{FF2B5EF4-FFF2-40B4-BE49-F238E27FC236}">
                <a16:creationId xmlns="" xmlns:a16="http://schemas.microsoft.com/office/drawing/2014/main" id="{92FF63B4-C261-4597-9EE0-811D250B9D21}"/>
              </a:ext>
              <a:ext uri="{C183D7F6-B498-43B3-948B-1728B52AA6E4}">
                <adec:decorative xmlns="" xmlns:adec="http://schemas.microsoft.com/office/drawing/2017/decorative" val="1"/>
              </a:ext>
            </a:extLst>
          </p:cNvPr>
          <p:cNvSpPr>
            <a:spLocks noChangeAspect="1"/>
          </p:cNvSpPr>
          <p:nvPr userDrawn="1"/>
        </p:nvSpPr>
        <p:spPr>
          <a:xfrm>
            <a:off x="6548755" y="850167"/>
            <a:ext cx="360000" cy="360000"/>
          </a:xfrm>
          <a:prstGeom prst="ellipse">
            <a:avLst/>
          </a:prstGeom>
          <a:gradFill flip="none" rotWithShape="1">
            <a:gsLst>
              <a:gs pos="100000">
                <a:schemeClr val="bg2">
                  <a:lumMod val="50000"/>
                  <a:lumOff val="50000"/>
                </a:schemeClr>
              </a:gs>
              <a:gs pos="60000">
                <a:schemeClr val="bg2"/>
              </a:gs>
            </a:gsLst>
            <a:path path="circle">
              <a:fillToRect l="100000" b="100000"/>
            </a:path>
            <a:tileRect t="-100000" r="-100000"/>
          </a:gradFill>
          <a:ln>
            <a:noFill/>
          </a:ln>
          <a:effectLst>
            <a:innerShdw blurRad="127000" dist="63500" dir="2700000">
              <a:schemeClr val="accent1">
                <a:lumMod val="60000"/>
                <a:lumOff val="40000"/>
                <a:alpha val="20000"/>
              </a:schemeClr>
            </a:innerShdw>
            <a:softEdge rad="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grpSp>
        <p:nvGrpSpPr>
          <p:cNvPr id="8" name="Group 9">
            <a:extLst>
              <a:ext uri="{FF2B5EF4-FFF2-40B4-BE49-F238E27FC236}">
                <a16:creationId xmlns="" xmlns:a16="http://schemas.microsoft.com/office/drawing/2014/main" id="{F92CF088-7F97-4A11-8A81-0EF641F6986F}"/>
              </a:ext>
              <a:ext uri="{C183D7F6-B498-43B3-948B-1728B52AA6E4}">
                <adec:decorative xmlns="" xmlns:adec="http://schemas.microsoft.com/office/drawing/2017/decorative" val="1"/>
              </a:ext>
            </a:extLst>
          </p:cNvPr>
          <p:cNvGrpSpPr/>
          <p:nvPr userDrawn="1"/>
        </p:nvGrpSpPr>
        <p:grpSpPr>
          <a:xfrm>
            <a:off x="5602297" y="5691007"/>
            <a:ext cx="667803" cy="631474"/>
            <a:chOff x="3409557" y="4940429"/>
            <a:chExt cx="667802" cy="631474"/>
          </a:xfrm>
        </p:grpSpPr>
        <p:sp>
          <p:nvSpPr>
            <p:cNvPr id="11" name="Freeform: Shape 10">
              <a:extLst>
                <a:ext uri="{FF2B5EF4-FFF2-40B4-BE49-F238E27FC236}">
                  <a16:creationId xmlns="" xmlns:a16="http://schemas.microsoft.com/office/drawing/2014/main" id="{165B23B7-CE74-4974-ABD8-BFA31D583416}"/>
                </a:ext>
              </a:extLst>
            </p:cNvPr>
            <p:cNvSpPr>
              <a:spLocks noChangeAspect="1"/>
            </p:cNvSpPr>
            <p:nvPr/>
          </p:nvSpPr>
          <p:spPr>
            <a:xfrm rot="8100000">
              <a:off x="3537358" y="4940429"/>
              <a:ext cx="540001" cy="631474"/>
            </a:xfrm>
            <a:custGeom>
              <a:avLst/>
              <a:gdLst>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0 w 1080000"/>
                <a:gd name="connsiteY9" fmla="*/ 931034 h 1262947"/>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540000 w 1080000"/>
                <a:gd name="connsiteY9" fmla="*/ 0 h 1262947"/>
                <a:gd name="connsiteX0" fmla="*/ 540000 w 1080000"/>
                <a:gd name="connsiteY0" fmla="*/ 0 h 1262947"/>
                <a:gd name="connsiteX1" fmla="*/ 1064374 w 1080000"/>
                <a:gd name="connsiteY1" fmla="*/ 931034 h 1262947"/>
                <a:gd name="connsiteX2" fmla="*/ 1069029 w 1080000"/>
                <a:gd name="connsiteY2" fmla="*/ 938533 h 1262947"/>
                <a:gd name="connsiteX3" fmla="*/ 1080000 w 1080000"/>
                <a:gd name="connsiteY3" fmla="*/ 992947 h 1262947"/>
                <a:gd name="connsiteX4" fmla="*/ 540000 w 1080000"/>
                <a:gd name="connsiteY4" fmla="*/ 1262947 h 1262947"/>
                <a:gd name="connsiteX5" fmla="*/ 0 w 1080000"/>
                <a:gd name="connsiteY5" fmla="*/ 992947 h 1262947"/>
                <a:gd name="connsiteX6" fmla="*/ 10971 w 1080000"/>
                <a:gd name="connsiteY6" fmla="*/ 938533 h 1262947"/>
                <a:gd name="connsiteX7" fmla="*/ 15626 w 1080000"/>
                <a:gd name="connsiteY7" fmla="*/ 931034 h 1262947"/>
                <a:gd name="connsiteX8" fmla="*/ 540000 w 1080000"/>
                <a:gd name="connsiteY8" fmla="*/ 0 h 1262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80000" h="1262947">
                  <a:moveTo>
                    <a:pt x="540000" y="0"/>
                  </a:moveTo>
                  <a:lnTo>
                    <a:pt x="1064374" y="931034"/>
                  </a:lnTo>
                  <a:lnTo>
                    <a:pt x="1069029" y="938533"/>
                  </a:lnTo>
                  <a:cubicBezTo>
                    <a:pt x="1076223" y="956109"/>
                    <a:pt x="1080000" y="974307"/>
                    <a:pt x="1080000" y="992947"/>
                  </a:cubicBezTo>
                  <a:cubicBezTo>
                    <a:pt x="1080000" y="1142064"/>
                    <a:pt x="838234" y="1262947"/>
                    <a:pt x="540000" y="1262947"/>
                  </a:cubicBezTo>
                  <a:cubicBezTo>
                    <a:pt x="241766" y="1262947"/>
                    <a:pt x="0" y="1142064"/>
                    <a:pt x="0" y="992947"/>
                  </a:cubicBezTo>
                  <a:cubicBezTo>
                    <a:pt x="0" y="974307"/>
                    <a:pt x="3778" y="956109"/>
                    <a:pt x="10971" y="938533"/>
                  </a:cubicBezTo>
                  <a:lnTo>
                    <a:pt x="15626" y="931034"/>
                  </a:lnTo>
                  <a:lnTo>
                    <a:pt x="540000" y="0"/>
                  </a:lnTo>
                  <a:close/>
                </a:path>
              </a:pathLst>
            </a:custGeom>
            <a:gradFill>
              <a:gsLst>
                <a:gs pos="60000">
                  <a:schemeClr val="bg2">
                    <a:lumMod val="90000"/>
                    <a:lumOff val="10000"/>
                  </a:schemeClr>
                </a:gs>
                <a:gs pos="30000">
                  <a:schemeClr val="bg2">
                    <a:lumMod val="90000"/>
                    <a:lumOff val="10000"/>
                  </a:schemeClr>
                </a:gs>
                <a:gs pos="40000">
                  <a:schemeClr val="bg2">
                    <a:lumMod val="80000"/>
                    <a:lumOff val="20000"/>
                  </a:schemeClr>
                </a:gs>
                <a:gs pos="100000">
                  <a:schemeClr val="bg2"/>
                </a:gs>
              </a:gsLst>
              <a:lin ang="600000" scaled="0"/>
            </a:gradFill>
            <a:ln>
              <a:noFill/>
            </a:ln>
            <a:effectLst>
              <a:innerShdw blurRad="101600" dist="50800" dir="7320000">
                <a:schemeClr val="accent1">
                  <a:lumMod val="60000"/>
                  <a:lumOff val="40000"/>
                  <a:alpha val="2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12" name="Oval 11">
              <a:extLst>
                <a:ext uri="{FF2B5EF4-FFF2-40B4-BE49-F238E27FC236}">
                  <a16:creationId xmlns="" xmlns:a16="http://schemas.microsoft.com/office/drawing/2014/main" id="{FF99BB1F-6C9D-4972-9EF4-98ACD7BE71E5}"/>
                </a:ext>
              </a:extLst>
            </p:cNvPr>
            <p:cNvSpPr/>
            <p:nvPr/>
          </p:nvSpPr>
          <p:spPr>
            <a:xfrm rot="13500000">
              <a:off x="3544558" y="4858365"/>
              <a:ext cx="270000" cy="540001"/>
            </a:xfrm>
            <a:prstGeom prst="ellipse">
              <a:avLst/>
            </a:prstGeom>
            <a:gradFill>
              <a:gsLst>
                <a:gs pos="100000">
                  <a:schemeClr val="accent1">
                    <a:lumMod val="60000"/>
                    <a:lumOff val="40000"/>
                    <a:alpha val="0"/>
                  </a:schemeClr>
                </a:gs>
                <a:gs pos="0">
                  <a:schemeClr val="bg2">
                    <a:lumMod val="75000"/>
                    <a:lumOff val="25000"/>
                    <a:alpha val="33000"/>
                  </a:schemeClr>
                </a:gs>
              </a:gsLst>
              <a:lin ang="5400000" scaled="0"/>
            </a:gradFill>
            <a:ln>
              <a:noFill/>
            </a:ln>
            <a:effectLst>
              <a:innerShdw blurRad="12700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grpSp>
    </p:spTree>
    <p:extLst>
      <p:ext uri="{BB962C8B-B14F-4D97-AF65-F5344CB8AC3E}">
        <p14:creationId xmlns="" xmlns:p14="http://schemas.microsoft.com/office/powerpoint/2010/main" val="428412021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4_Section break">
    <p:bg>
      <p:bgRef idx="1001">
        <a:schemeClr val="bg1"/>
      </p:bgRef>
    </p:bg>
    <p:spTree>
      <p:nvGrpSpPr>
        <p:cNvPr id="1" name=""/>
        <p:cNvGrpSpPr/>
        <p:nvPr/>
      </p:nvGrpSpPr>
      <p:grpSpPr>
        <a:xfrm>
          <a:off x="0" y="0"/>
          <a:ext cx="0" cy="0"/>
          <a:chOff x="0" y="0"/>
          <a:chExt cx="0" cy="0"/>
        </a:xfrm>
      </p:grpSpPr>
      <p:sp>
        <p:nvSpPr>
          <p:cNvPr id="8" name="Picture Placeholder 7">
            <a:extLst>
              <a:ext uri="{FF2B5EF4-FFF2-40B4-BE49-F238E27FC236}">
                <a16:creationId xmlns="" xmlns:a16="http://schemas.microsoft.com/office/drawing/2014/main" id="{F75B2FBE-0C5C-48AA-8D7F-9D5B7373CC9A}"/>
              </a:ext>
            </a:extLst>
          </p:cNvPr>
          <p:cNvSpPr>
            <a:spLocks noGrp="1"/>
          </p:cNvSpPr>
          <p:nvPr>
            <p:ph type="pic" sz="quarter" idx="13"/>
          </p:nvPr>
        </p:nvSpPr>
        <p:spPr>
          <a:xfrm>
            <a:off x="0" y="0"/>
            <a:ext cx="12192000" cy="6858000"/>
          </a:xfrm>
          <a:solidFill>
            <a:schemeClr val="accent5"/>
          </a:solidFill>
        </p:spPr>
        <p:txBody>
          <a:bodyPr/>
          <a:lstStyle/>
          <a:p>
            <a:endParaRPr lang="en-US" dirty="0"/>
          </a:p>
        </p:txBody>
      </p:sp>
      <p:sp>
        <p:nvSpPr>
          <p:cNvPr id="13" name="Rectangle 12">
            <a:extLst>
              <a:ext uri="{FF2B5EF4-FFF2-40B4-BE49-F238E27FC236}">
                <a16:creationId xmlns="" xmlns:a16="http://schemas.microsoft.com/office/drawing/2014/main" id="{80517979-166D-4AAA-ABBC-0C3E5C2ECF37}"/>
              </a:ext>
              <a:ext uri="{C183D7F6-B498-43B3-948B-1728B52AA6E4}">
                <adec:decorative xmlns="" xmlns:adec="http://schemas.microsoft.com/office/drawing/2017/decorative" val="1"/>
              </a:ext>
            </a:extLst>
          </p:cNvPr>
          <p:cNvSpPr/>
          <p:nvPr userDrawn="1"/>
        </p:nvSpPr>
        <p:spPr>
          <a:xfrm>
            <a:off x="0" y="5773731"/>
            <a:ext cx="12192000" cy="1084271"/>
          </a:xfrm>
          <a:prstGeom prst="rect">
            <a:avLst/>
          </a:prstGeom>
          <a:gradFill flip="none" rotWithShape="1">
            <a:gsLst>
              <a:gs pos="90000">
                <a:schemeClr val="bg2">
                  <a:alpha val="60000"/>
                </a:schemeClr>
              </a:gs>
              <a:gs pos="28000">
                <a:schemeClr val="bg2">
                  <a:alpha val="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a:extLst>
              <a:ext uri="{FF2B5EF4-FFF2-40B4-BE49-F238E27FC236}">
                <a16:creationId xmlns="" xmlns:a16="http://schemas.microsoft.com/office/drawing/2014/main" id="{4E111559-B769-4E2A-A891-97B3C4AA6BAC}"/>
              </a:ext>
            </a:extLst>
          </p:cNvPr>
          <p:cNvSpPr/>
          <p:nvPr userDrawn="1"/>
        </p:nvSpPr>
        <p:spPr>
          <a:xfrm rot="10800000">
            <a:off x="0" y="-3"/>
            <a:ext cx="9000000" cy="6857998"/>
          </a:xfrm>
          <a:prstGeom prst="rect">
            <a:avLst/>
          </a:prstGeom>
          <a:gradFill flip="none" rotWithShape="1">
            <a:gsLst>
              <a:gs pos="50000">
                <a:schemeClr val="bg2">
                  <a:alpha val="60000"/>
                </a:schemeClr>
              </a:gs>
              <a:gs pos="0">
                <a:schemeClr val="bg2">
                  <a:alpha val="0"/>
                </a:schemeClr>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Title 1">
            <a:extLst>
              <a:ext uri="{FF2B5EF4-FFF2-40B4-BE49-F238E27FC236}">
                <a16:creationId xmlns="" xmlns:a16="http://schemas.microsoft.com/office/drawing/2014/main" id="{754E1219-253E-4FEF-A576-83857F44BA01}"/>
              </a:ext>
            </a:extLst>
          </p:cNvPr>
          <p:cNvSpPr>
            <a:spLocks noGrp="1"/>
          </p:cNvSpPr>
          <p:nvPr>
            <p:ph type="ctrTitle"/>
          </p:nvPr>
        </p:nvSpPr>
        <p:spPr>
          <a:xfrm>
            <a:off x="550864" y="549275"/>
            <a:ext cx="5437187" cy="2986234"/>
          </a:xfrm>
        </p:spPr>
        <p:txBody>
          <a:bodyPr anchor="b" anchorCtr="0">
            <a:noAutofit/>
          </a:bodyPr>
          <a:lstStyle>
            <a:lvl1pPr>
              <a:defRPr sz="6400"/>
            </a:lvl1pPr>
          </a:lstStyle>
          <a:p>
            <a:endParaRPr lang="en-US" dirty="0"/>
          </a:p>
        </p:txBody>
      </p:sp>
      <p:sp>
        <p:nvSpPr>
          <p:cNvPr id="16" name="Subtitle 2">
            <a:extLst>
              <a:ext uri="{FF2B5EF4-FFF2-40B4-BE49-F238E27FC236}">
                <a16:creationId xmlns="" xmlns:a16="http://schemas.microsoft.com/office/drawing/2014/main" id="{93411FC5-0B5A-4566-9984-827485AF9265}"/>
              </a:ext>
            </a:extLst>
          </p:cNvPr>
          <p:cNvSpPr>
            <a:spLocks noGrp="1"/>
          </p:cNvSpPr>
          <p:nvPr>
            <p:ph type="subTitle" idx="1"/>
          </p:nvPr>
        </p:nvSpPr>
        <p:spPr>
          <a:xfrm>
            <a:off x="550864" y="3816724"/>
            <a:ext cx="5437187" cy="2265216"/>
          </a:xfrm>
        </p:spPr>
        <p:txBody>
          <a:bodyPr>
            <a:noAutofit/>
          </a:bodyPr>
          <a:lstStyle>
            <a:lvl1pPr>
              <a:buNone/>
              <a:defRPr sz="2400"/>
            </a:lvl1pPr>
          </a:lstStyle>
          <a:p>
            <a:endParaRPr lang="en-US" dirty="0">
              <a:solidFill>
                <a:schemeClr val="tx1">
                  <a:alpha val="60000"/>
                </a:schemeClr>
              </a:solidFill>
            </a:endParaRPr>
          </a:p>
        </p:txBody>
      </p:sp>
    </p:spTree>
    <p:extLst>
      <p:ext uri="{BB962C8B-B14F-4D97-AF65-F5344CB8AC3E}">
        <p14:creationId xmlns="" xmlns:p14="http://schemas.microsoft.com/office/powerpoint/2010/main" val="1023429560"/>
      </p:ext>
    </p:extLst>
  </p:cSld>
  <p:clrMapOvr>
    <a:overrideClrMapping bg1="dk1" tx1="lt1" bg2="dk2" tx2="lt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7_Quote">
    <p:spTree>
      <p:nvGrpSpPr>
        <p:cNvPr id="1" name=""/>
        <p:cNvGrpSpPr/>
        <p:nvPr/>
      </p:nvGrpSpPr>
      <p:grpSpPr>
        <a:xfrm>
          <a:off x="0" y="0"/>
          <a:ext cx="0" cy="0"/>
          <a:chOff x="0" y="0"/>
          <a:chExt cx="0" cy="0"/>
        </a:xfrm>
      </p:grpSpPr>
      <p:sp>
        <p:nvSpPr>
          <p:cNvPr id="5" name="Title 1">
            <a:extLst>
              <a:ext uri="{FF2B5EF4-FFF2-40B4-BE49-F238E27FC236}">
                <a16:creationId xmlns="" xmlns:a16="http://schemas.microsoft.com/office/drawing/2014/main" id="{7062BF5C-3876-4161-B4FF-14CA94D326C6}"/>
              </a:ext>
            </a:extLst>
          </p:cNvPr>
          <p:cNvSpPr>
            <a:spLocks noGrp="1"/>
          </p:cNvSpPr>
          <p:nvPr>
            <p:ph type="title"/>
          </p:nvPr>
        </p:nvSpPr>
        <p:spPr>
          <a:xfrm>
            <a:off x="550864" y="549275"/>
            <a:ext cx="3566160" cy="3384550"/>
          </a:xfrm>
        </p:spPr>
        <p:txBody>
          <a:bodyPr wrap="square" anchor="b" anchorCtr="0">
            <a:noAutofit/>
          </a:bodyPr>
          <a:lstStyle>
            <a:lvl1pPr>
              <a:defRPr sz="4000"/>
            </a:lvl1pPr>
          </a:lstStyle>
          <a:p>
            <a:endParaRPr lang="en-US" dirty="0"/>
          </a:p>
        </p:txBody>
      </p:sp>
      <p:grpSp>
        <p:nvGrpSpPr>
          <p:cNvPr id="6" name="Group 7">
            <a:extLst>
              <a:ext uri="{FF2B5EF4-FFF2-40B4-BE49-F238E27FC236}">
                <a16:creationId xmlns="" xmlns:a16="http://schemas.microsoft.com/office/drawing/2014/main" id="{B17C5C60-EC4D-410B-9997-0B73289605FD}"/>
              </a:ext>
              <a:ext uri="{C183D7F6-B498-43B3-948B-1728B52AA6E4}">
                <adec:decorative xmlns="" xmlns:adec="http://schemas.microsoft.com/office/drawing/2017/decorative" val="1"/>
              </a:ext>
            </a:extLst>
          </p:cNvPr>
          <p:cNvGrpSpPr/>
          <p:nvPr userDrawn="1"/>
        </p:nvGrpSpPr>
        <p:grpSpPr>
          <a:xfrm>
            <a:off x="10822157" y="4143453"/>
            <a:ext cx="734257" cy="760506"/>
            <a:chOff x="5243759" y="1363788"/>
            <a:chExt cx="734257" cy="760506"/>
          </a:xfrm>
        </p:grpSpPr>
        <p:sp>
          <p:nvSpPr>
            <p:cNvPr id="9" name="Freeform 5">
              <a:extLst>
                <a:ext uri="{FF2B5EF4-FFF2-40B4-BE49-F238E27FC236}">
                  <a16:creationId xmlns="" xmlns:a16="http://schemas.microsoft.com/office/drawing/2014/main" id="{0573155C-3428-4F4F-AE66-A519D777EAAE}"/>
                </a:ext>
              </a:extLst>
            </p:cNvPr>
            <p:cNvSpPr>
              <a:spLocks/>
            </p:cNvSpPr>
            <p:nvPr/>
          </p:nvSpPr>
          <p:spPr bwMode="auto">
            <a:xfrm rot="1800000">
              <a:off x="5356930" y="1363788"/>
              <a:ext cx="621086" cy="364601"/>
            </a:xfrm>
            <a:custGeom>
              <a:avLst/>
              <a:gdLst>
                <a:gd name="T0" fmla="*/ 266 w 540"/>
                <a:gd name="T1" fmla="*/ 0 h 317"/>
                <a:gd name="T2" fmla="*/ 0 w 540"/>
                <a:gd name="T3" fmla="*/ 158 h 317"/>
                <a:gd name="T4" fmla="*/ 266 w 540"/>
                <a:gd name="T5" fmla="*/ 317 h 317"/>
                <a:gd name="T6" fmla="*/ 540 w 540"/>
                <a:gd name="T7" fmla="*/ 158 h 317"/>
                <a:gd name="T8" fmla="*/ 266 w 540"/>
                <a:gd name="T9" fmla="*/ 0 h 317"/>
              </a:gdLst>
              <a:ahLst/>
              <a:cxnLst>
                <a:cxn ang="0">
                  <a:pos x="T0" y="T1"/>
                </a:cxn>
                <a:cxn ang="0">
                  <a:pos x="T2" y="T3"/>
                </a:cxn>
                <a:cxn ang="0">
                  <a:pos x="T4" y="T5"/>
                </a:cxn>
                <a:cxn ang="0">
                  <a:pos x="T6" y="T7"/>
                </a:cxn>
                <a:cxn ang="0">
                  <a:pos x="T8" y="T9"/>
                </a:cxn>
              </a:cxnLst>
              <a:rect l="0" t="0" r="r" b="b"/>
              <a:pathLst>
                <a:path w="540" h="317">
                  <a:moveTo>
                    <a:pt x="266" y="0"/>
                  </a:moveTo>
                  <a:lnTo>
                    <a:pt x="0" y="158"/>
                  </a:lnTo>
                  <a:lnTo>
                    <a:pt x="266" y="317"/>
                  </a:lnTo>
                  <a:lnTo>
                    <a:pt x="540" y="158"/>
                  </a:lnTo>
                  <a:lnTo>
                    <a:pt x="266" y="0"/>
                  </a:lnTo>
                  <a:close/>
                </a:path>
              </a:pathLst>
            </a:custGeom>
            <a:gradFill flip="none" rotWithShape="1">
              <a:gsLst>
                <a:gs pos="20000">
                  <a:schemeClr val="bg2">
                    <a:lumMod val="90000"/>
                    <a:lumOff val="10000"/>
                    <a:alpha val="20000"/>
                  </a:schemeClr>
                </a:gs>
                <a:gs pos="100000">
                  <a:schemeClr val="accent1">
                    <a:lumMod val="60000"/>
                    <a:lumOff val="40000"/>
                    <a:alpha val="20000"/>
                  </a:schemeClr>
                </a:gs>
              </a:gsLst>
              <a:lin ang="0" scaled="0"/>
              <a:tileRect/>
            </a:gradFill>
            <a:ln>
              <a:noFill/>
            </a:ln>
            <a:effectLst>
              <a:innerShdw blurRad="254000">
                <a:schemeClr val="bg2">
                  <a:lumMod val="90000"/>
                  <a:lumOff val="1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10" name="Freeform 6">
              <a:extLst>
                <a:ext uri="{FF2B5EF4-FFF2-40B4-BE49-F238E27FC236}">
                  <a16:creationId xmlns="" xmlns:a16="http://schemas.microsoft.com/office/drawing/2014/main" id="{1853496C-159E-4D47-94B5-0835FB6511BA}"/>
                </a:ext>
              </a:extLst>
            </p:cNvPr>
            <p:cNvSpPr>
              <a:spLocks/>
            </p:cNvSpPr>
            <p:nvPr/>
          </p:nvSpPr>
          <p:spPr bwMode="auto">
            <a:xfrm rot="1800000">
              <a:off x="5243759" y="1430747"/>
              <a:ext cx="305942" cy="538275"/>
            </a:xfrm>
            <a:custGeom>
              <a:avLst/>
              <a:gdLst>
                <a:gd name="T0" fmla="*/ 266 w 266"/>
                <a:gd name="T1" fmla="*/ 468 h 468"/>
                <a:gd name="T2" fmla="*/ 0 w 266"/>
                <a:gd name="T3" fmla="*/ 310 h 468"/>
                <a:gd name="T4" fmla="*/ 0 w 266"/>
                <a:gd name="T5" fmla="*/ 310 h 468"/>
                <a:gd name="T6" fmla="*/ 0 w 266"/>
                <a:gd name="T7" fmla="*/ 0 h 468"/>
                <a:gd name="T8" fmla="*/ 0 w 266"/>
                <a:gd name="T9" fmla="*/ 0 h 468"/>
                <a:gd name="T10" fmla="*/ 266 w 266"/>
                <a:gd name="T11" fmla="*/ 159 h 468"/>
                <a:gd name="T12" fmla="*/ 266 w 266"/>
                <a:gd name="T13" fmla="*/ 468 h 468"/>
              </a:gdLst>
              <a:ahLst/>
              <a:cxnLst>
                <a:cxn ang="0">
                  <a:pos x="T0" y="T1"/>
                </a:cxn>
                <a:cxn ang="0">
                  <a:pos x="T2" y="T3"/>
                </a:cxn>
                <a:cxn ang="0">
                  <a:pos x="T4" y="T5"/>
                </a:cxn>
                <a:cxn ang="0">
                  <a:pos x="T6" y="T7"/>
                </a:cxn>
                <a:cxn ang="0">
                  <a:pos x="T8" y="T9"/>
                </a:cxn>
                <a:cxn ang="0">
                  <a:pos x="T10" y="T11"/>
                </a:cxn>
                <a:cxn ang="0">
                  <a:pos x="T12" y="T13"/>
                </a:cxn>
              </a:cxnLst>
              <a:rect l="0" t="0" r="r" b="b"/>
              <a:pathLst>
                <a:path w="266" h="468">
                  <a:moveTo>
                    <a:pt x="266" y="468"/>
                  </a:moveTo>
                  <a:lnTo>
                    <a:pt x="0" y="310"/>
                  </a:lnTo>
                  <a:lnTo>
                    <a:pt x="0" y="310"/>
                  </a:lnTo>
                  <a:lnTo>
                    <a:pt x="0" y="0"/>
                  </a:lnTo>
                  <a:lnTo>
                    <a:pt x="0" y="0"/>
                  </a:lnTo>
                  <a:lnTo>
                    <a:pt x="266" y="159"/>
                  </a:lnTo>
                  <a:lnTo>
                    <a:pt x="266" y="468"/>
                  </a:lnTo>
                  <a:close/>
                </a:path>
              </a:pathLst>
            </a:custGeom>
            <a:gradFill flip="none" rotWithShape="1">
              <a:gsLst>
                <a:gs pos="20000">
                  <a:schemeClr val="bg2">
                    <a:lumMod val="90000"/>
                    <a:lumOff val="10000"/>
                    <a:alpha val="20000"/>
                  </a:schemeClr>
                </a:gs>
                <a:gs pos="100000">
                  <a:schemeClr val="accent1">
                    <a:lumMod val="60000"/>
                    <a:lumOff val="40000"/>
                    <a:alpha val="20000"/>
                  </a:schemeClr>
                </a:gs>
              </a:gsLst>
              <a:lin ang="19800000" scaled="0"/>
              <a:tileRect/>
            </a:gradFill>
            <a:ln>
              <a:noFill/>
            </a:ln>
            <a:effectLst>
              <a:innerShdw blurRad="254000">
                <a:schemeClr val="bg2">
                  <a:lumMod val="90000"/>
                  <a:lumOff val="1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11" name="Freeform 8">
              <a:extLst>
                <a:ext uri="{FF2B5EF4-FFF2-40B4-BE49-F238E27FC236}">
                  <a16:creationId xmlns="" xmlns:a16="http://schemas.microsoft.com/office/drawing/2014/main" id="{CE93E330-715B-44E8-84D9-CE166D428DAB}"/>
                </a:ext>
              </a:extLst>
            </p:cNvPr>
            <p:cNvSpPr>
              <a:spLocks/>
            </p:cNvSpPr>
            <p:nvPr/>
          </p:nvSpPr>
          <p:spPr bwMode="auto">
            <a:xfrm rot="1800000">
              <a:off x="5508097" y="1586019"/>
              <a:ext cx="315144" cy="538275"/>
            </a:xfrm>
            <a:custGeom>
              <a:avLst/>
              <a:gdLst>
                <a:gd name="T0" fmla="*/ 274 w 274"/>
                <a:gd name="T1" fmla="*/ 0 h 468"/>
                <a:gd name="T2" fmla="*/ 274 w 274"/>
                <a:gd name="T3" fmla="*/ 310 h 468"/>
                <a:gd name="T4" fmla="*/ 274 w 274"/>
                <a:gd name="T5" fmla="*/ 310 h 468"/>
                <a:gd name="T6" fmla="*/ 0 w 274"/>
                <a:gd name="T7" fmla="*/ 468 h 468"/>
                <a:gd name="T8" fmla="*/ 0 w 274"/>
                <a:gd name="T9" fmla="*/ 159 h 468"/>
                <a:gd name="T10" fmla="*/ 274 w 274"/>
                <a:gd name="T11" fmla="*/ 0 h 468"/>
                <a:gd name="T12" fmla="*/ 274 w 274"/>
                <a:gd name="T13" fmla="*/ 0 h 468"/>
              </a:gdLst>
              <a:ahLst/>
              <a:cxnLst>
                <a:cxn ang="0">
                  <a:pos x="T0" y="T1"/>
                </a:cxn>
                <a:cxn ang="0">
                  <a:pos x="T2" y="T3"/>
                </a:cxn>
                <a:cxn ang="0">
                  <a:pos x="T4" y="T5"/>
                </a:cxn>
                <a:cxn ang="0">
                  <a:pos x="T6" y="T7"/>
                </a:cxn>
                <a:cxn ang="0">
                  <a:pos x="T8" y="T9"/>
                </a:cxn>
                <a:cxn ang="0">
                  <a:pos x="T10" y="T11"/>
                </a:cxn>
                <a:cxn ang="0">
                  <a:pos x="T12" y="T13"/>
                </a:cxn>
              </a:cxnLst>
              <a:rect l="0" t="0" r="r" b="b"/>
              <a:pathLst>
                <a:path w="274" h="468">
                  <a:moveTo>
                    <a:pt x="274" y="0"/>
                  </a:moveTo>
                  <a:lnTo>
                    <a:pt x="274" y="310"/>
                  </a:lnTo>
                  <a:lnTo>
                    <a:pt x="274" y="310"/>
                  </a:lnTo>
                  <a:lnTo>
                    <a:pt x="0" y="468"/>
                  </a:lnTo>
                  <a:lnTo>
                    <a:pt x="0" y="159"/>
                  </a:lnTo>
                  <a:lnTo>
                    <a:pt x="274" y="0"/>
                  </a:lnTo>
                  <a:lnTo>
                    <a:pt x="274" y="0"/>
                  </a:lnTo>
                  <a:close/>
                </a:path>
              </a:pathLst>
            </a:custGeom>
            <a:gradFill flip="none" rotWithShape="1">
              <a:gsLst>
                <a:gs pos="20000">
                  <a:schemeClr val="bg2">
                    <a:lumMod val="90000"/>
                    <a:lumOff val="10000"/>
                    <a:alpha val="20000"/>
                  </a:schemeClr>
                </a:gs>
                <a:gs pos="100000">
                  <a:schemeClr val="accent1">
                    <a:lumMod val="60000"/>
                    <a:lumOff val="40000"/>
                    <a:alpha val="20000"/>
                  </a:schemeClr>
                </a:gs>
              </a:gsLst>
              <a:lin ang="18000000" scaled="0"/>
              <a:tileRect/>
            </a:gradFill>
            <a:ln>
              <a:noFill/>
            </a:ln>
            <a:effectLst>
              <a:innerShdw blurRad="254000">
                <a:schemeClr val="accent1">
                  <a:lumMod val="60000"/>
                  <a:lumOff val="40000"/>
                  <a:alpha val="6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grpSp>
      <p:sp>
        <p:nvSpPr>
          <p:cNvPr id="12" name="Oval 11">
            <a:extLst>
              <a:ext uri="{FF2B5EF4-FFF2-40B4-BE49-F238E27FC236}">
                <a16:creationId xmlns="" xmlns:a16="http://schemas.microsoft.com/office/drawing/2014/main" id="{80A2FA6F-99B7-4984-A80C-570644889F02}"/>
              </a:ext>
              <a:ext uri="{C183D7F6-B498-43B3-948B-1728B52AA6E4}">
                <adec:decorative xmlns="" xmlns:adec="http://schemas.microsoft.com/office/drawing/2017/decorative" val="1"/>
              </a:ext>
            </a:extLst>
          </p:cNvPr>
          <p:cNvSpPr>
            <a:spLocks noChangeAspect="1"/>
          </p:cNvSpPr>
          <p:nvPr userDrawn="1"/>
        </p:nvSpPr>
        <p:spPr>
          <a:xfrm>
            <a:off x="5668780" y="5059009"/>
            <a:ext cx="1080000" cy="1080000"/>
          </a:xfrm>
          <a:prstGeom prst="ellipse">
            <a:avLst/>
          </a:prstGeom>
          <a:gradFill flip="none" rotWithShape="1">
            <a:gsLst>
              <a:gs pos="100000">
                <a:schemeClr val="bg2">
                  <a:lumMod val="50000"/>
                  <a:lumOff val="50000"/>
                </a:schemeClr>
              </a:gs>
              <a:gs pos="60000">
                <a:schemeClr val="bg2">
                  <a:lumMod val="100000"/>
                </a:schemeClr>
              </a:gs>
            </a:gsLst>
            <a:path path="circle">
              <a:fillToRect l="100000" b="100000"/>
            </a:path>
            <a:tileRect t="-100000" r="-100000"/>
          </a:gradFill>
          <a:ln>
            <a:noFill/>
          </a:ln>
          <a:effectLst>
            <a:innerShdw blurRad="254000" dist="127000" dir="2700000">
              <a:schemeClr val="accent1">
                <a:lumMod val="60000"/>
                <a:lumOff val="40000"/>
                <a:alpha val="40000"/>
              </a:schemeClr>
            </a:innerShdw>
            <a:softEdge rad="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17" name="Content Placeholder 16">
            <a:extLst>
              <a:ext uri="{FF2B5EF4-FFF2-40B4-BE49-F238E27FC236}">
                <a16:creationId xmlns="" xmlns:a16="http://schemas.microsoft.com/office/drawing/2014/main" id="{439C8C03-81B3-4DE8-B96A-78258E4467CC}"/>
              </a:ext>
            </a:extLst>
          </p:cNvPr>
          <p:cNvSpPr>
            <a:spLocks noGrp="1"/>
          </p:cNvSpPr>
          <p:nvPr>
            <p:ph sz="quarter" idx="15"/>
          </p:nvPr>
        </p:nvSpPr>
        <p:spPr>
          <a:xfrm>
            <a:off x="550863" y="4097340"/>
            <a:ext cx="3565524" cy="2351087"/>
          </a:xfrm>
        </p:spPr>
        <p:txBody>
          <a:bodyPr>
            <a:noAutofit/>
          </a:bodyPr>
          <a:lstStyle>
            <a:lvl1pPr>
              <a:buNone/>
              <a:defRPr sz="2400"/>
            </a:lvl1pPr>
            <a:lvl2pPr>
              <a:defRPr sz="2000"/>
            </a:lvl2pPr>
            <a:lvl3pPr>
              <a:defRPr sz="2000"/>
            </a:lvl3pPr>
            <a:lvl4pPr>
              <a:defRPr sz="2000"/>
            </a:lvl4pPr>
            <a:lvl5pPr>
              <a:defRPr sz="2000"/>
            </a:lvl5pPr>
          </a:lstStyle>
          <a:p>
            <a:pPr lvl="0"/>
            <a:r>
              <a:rPr lang="en-US" dirty="0"/>
              <a:t>Click to edit Master text styles</a:t>
            </a:r>
          </a:p>
        </p:txBody>
      </p:sp>
      <p:sp>
        <p:nvSpPr>
          <p:cNvPr id="15" name="Picture Placeholder 14">
            <a:extLst>
              <a:ext uri="{FF2B5EF4-FFF2-40B4-BE49-F238E27FC236}">
                <a16:creationId xmlns="" xmlns:a16="http://schemas.microsoft.com/office/drawing/2014/main" id="{C1FBB56D-C8B1-4ED9-A5DB-72BA636DADF3}"/>
              </a:ext>
            </a:extLst>
          </p:cNvPr>
          <p:cNvSpPr>
            <a:spLocks noGrp="1"/>
          </p:cNvSpPr>
          <p:nvPr>
            <p:ph type="pic" sz="quarter" idx="13"/>
          </p:nvPr>
        </p:nvSpPr>
        <p:spPr>
          <a:xfrm>
            <a:off x="5535810" y="656633"/>
            <a:ext cx="5132388" cy="5132388"/>
          </a:xfrm>
          <a:custGeom>
            <a:avLst/>
            <a:gdLst>
              <a:gd name="connsiteX0" fmla="*/ 2566194 w 5132388"/>
              <a:gd name="connsiteY0" fmla="*/ 0 h 5132388"/>
              <a:gd name="connsiteX1" fmla="*/ 5132388 w 5132388"/>
              <a:gd name="connsiteY1" fmla="*/ 2566194 h 5132388"/>
              <a:gd name="connsiteX2" fmla="*/ 2566194 w 5132388"/>
              <a:gd name="connsiteY2" fmla="*/ 5132388 h 5132388"/>
              <a:gd name="connsiteX3" fmla="*/ 0 w 5132388"/>
              <a:gd name="connsiteY3" fmla="*/ 2566194 h 5132388"/>
              <a:gd name="connsiteX4" fmla="*/ 2566194 w 5132388"/>
              <a:gd name="connsiteY4" fmla="*/ 0 h 51323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32388" h="5132388">
                <a:moveTo>
                  <a:pt x="2566194" y="0"/>
                </a:moveTo>
                <a:cubicBezTo>
                  <a:pt x="3983464" y="0"/>
                  <a:pt x="5132388" y="1148924"/>
                  <a:pt x="5132388" y="2566194"/>
                </a:cubicBezTo>
                <a:cubicBezTo>
                  <a:pt x="5132388" y="3983464"/>
                  <a:pt x="3983464" y="5132388"/>
                  <a:pt x="2566194" y="5132388"/>
                </a:cubicBezTo>
                <a:cubicBezTo>
                  <a:pt x="1148924" y="5132388"/>
                  <a:pt x="0" y="3983464"/>
                  <a:pt x="0" y="2566194"/>
                </a:cubicBezTo>
                <a:cubicBezTo>
                  <a:pt x="0" y="1148924"/>
                  <a:pt x="1148924" y="0"/>
                  <a:pt x="2566194" y="0"/>
                </a:cubicBezTo>
                <a:close/>
              </a:path>
            </a:pathLst>
          </a:custGeom>
          <a:solidFill>
            <a:schemeClr val="accent5"/>
          </a:solidFill>
        </p:spPr>
        <p:txBody>
          <a:bodyPr wrap="square">
            <a:noAutofit/>
          </a:bodyPr>
          <a:lstStyle/>
          <a:p>
            <a:endParaRPr lang="en-US" dirty="0"/>
          </a:p>
        </p:txBody>
      </p:sp>
      <p:sp>
        <p:nvSpPr>
          <p:cNvPr id="2" name="Date Placeholder 1">
            <a:extLst>
              <a:ext uri="{FF2B5EF4-FFF2-40B4-BE49-F238E27FC236}">
                <a16:creationId xmlns="" xmlns:a16="http://schemas.microsoft.com/office/drawing/2014/main" id="{AB81B449-7B97-41DC-B23F-65EDCBD316A6}"/>
              </a:ext>
            </a:extLst>
          </p:cNvPr>
          <p:cNvSpPr>
            <a:spLocks noGrp="1"/>
          </p:cNvSpPr>
          <p:nvPr>
            <p:ph type="dt" sz="half" idx="10"/>
          </p:nvPr>
        </p:nvSpPr>
        <p:spPr/>
        <p:txBody>
          <a:bodyPr>
            <a:noAutofit/>
          </a:bodyPr>
          <a:lstStyle/>
          <a:p>
            <a:r>
              <a:rPr lang="en-US" dirty="0"/>
              <a:t>Tuesday, February 2, 20XX</a:t>
            </a:r>
          </a:p>
        </p:txBody>
      </p:sp>
      <p:sp>
        <p:nvSpPr>
          <p:cNvPr id="3" name="Footer Placeholder 2">
            <a:extLst>
              <a:ext uri="{FF2B5EF4-FFF2-40B4-BE49-F238E27FC236}">
                <a16:creationId xmlns="" xmlns:a16="http://schemas.microsoft.com/office/drawing/2014/main" id="{7C6B46D5-337B-4906-8412-4EEA3884FA7E}"/>
              </a:ext>
            </a:extLst>
          </p:cNvPr>
          <p:cNvSpPr>
            <a:spLocks noGrp="1"/>
          </p:cNvSpPr>
          <p:nvPr>
            <p:ph type="ftr" sz="quarter" idx="11"/>
          </p:nvPr>
        </p:nvSpPr>
        <p:spPr/>
        <p:txBody>
          <a:bodyPr>
            <a:noAutofit/>
          </a:bodyPr>
          <a:lstStyle/>
          <a:p>
            <a:r>
              <a:rPr lang="en-US" dirty="0"/>
              <a:t>Sample Footer Text</a:t>
            </a:r>
          </a:p>
        </p:txBody>
      </p:sp>
      <p:sp>
        <p:nvSpPr>
          <p:cNvPr id="4" name="Slide Number Placeholder 3">
            <a:extLst>
              <a:ext uri="{FF2B5EF4-FFF2-40B4-BE49-F238E27FC236}">
                <a16:creationId xmlns="" xmlns:a16="http://schemas.microsoft.com/office/drawing/2014/main" id="{E436F230-C9A7-407A-B923-873839C8D8A0}"/>
              </a:ext>
            </a:extLst>
          </p:cNvPr>
          <p:cNvSpPr>
            <a:spLocks noGrp="1"/>
          </p:cNvSpPr>
          <p:nvPr>
            <p:ph type="sldNum" sz="quarter" idx="12"/>
          </p:nvPr>
        </p:nvSpPr>
        <p:spPr/>
        <p:txBody>
          <a:bodyPr>
            <a:noAutofit/>
          </a:bodyPr>
          <a:lstStyle/>
          <a:p>
            <a:fld id="{DBA1B0FB-D917-4C8C-928F-313BD683BF39}" type="slidenum">
              <a:rPr lang="en-US" smtClean="0"/>
              <a:pPr/>
              <a:t>‹#›</a:t>
            </a:fld>
            <a:endParaRPr lang="en-US" dirty="0"/>
          </a:p>
        </p:txBody>
      </p:sp>
    </p:spTree>
    <p:extLst>
      <p:ext uri="{BB962C8B-B14F-4D97-AF65-F5344CB8AC3E}">
        <p14:creationId xmlns="" xmlns:p14="http://schemas.microsoft.com/office/powerpoint/2010/main" val="306308716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13_Closing">
    <p:spTree>
      <p:nvGrpSpPr>
        <p:cNvPr id="1" name=""/>
        <p:cNvGrpSpPr/>
        <p:nvPr/>
      </p:nvGrpSpPr>
      <p:grpSpPr>
        <a:xfrm>
          <a:off x="0" y="0"/>
          <a:ext cx="0" cy="0"/>
          <a:chOff x="0" y="0"/>
          <a:chExt cx="0" cy="0"/>
        </a:xfrm>
      </p:grpSpPr>
      <p:sp>
        <p:nvSpPr>
          <p:cNvPr id="28" name="Title 1">
            <a:extLst>
              <a:ext uri="{FF2B5EF4-FFF2-40B4-BE49-F238E27FC236}">
                <a16:creationId xmlns="" xmlns:a16="http://schemas.microsoft.com/office/drawing/2014/main" id="{97246E34-E6EE-4BF3-A0D3-A20868B5A594}"/>
              </a:ext>
            </a:extLst>
          </p:cNvPr>
          <p:cNvSpPr>
            <a:spLocks noGrp="1"/>
          </p:cNvSpPr>
          <p:nvPr>
            <p:ph type="ctrTitle"/>
          </p:nvPr>
        </p:nvSpPr>
        <p:spPr>
          <a:xfrm>
            <a:off x="550864" y="549275"/>
            <a:ext cx="5437187" cy="2986234"/>
          </a:xfrm>
        </p:spPr>
        <p:txBody>
          <a:bodyPr anchor="b" anchorCtr="0">
            <a:noAutofit/>
          </a:bodyPr>
          <a:lstStyle/>
          <a:p>
            <a:endParaRPr lang="en-US" dirty="0"/>
          </a:p>
        </p:txBody>
      </p:sp>
      <p:sp>
        <p:nvSpPr>
          <p:cNvPr id="31" name="Subtitle 2">
            <a:extLst>
              <a:ext uri="{FF2B5EF4-FFF2-40B4-BE49-F238E27FC236}">
                <a16:creationId xmlns="" xmlns:a16="http://schemas.microsoft.com/office/drawing/2014/main" id="{45BE5FFB-47D1-4474-B6CA-C3C936DF285E}"/>
              </a:ext>
            </a:extLst>
          </p:cNvPr>
          <p:cNvSpPr>
            <a:spLocks noGrp="1"/>
          </p:cNvSpPr>
          <p:nvPr>
            <p:ph type="subTitle" idx="1"/>
          </p:nvPr>
        </p:nvSpPr>
        <p:spPr>
          <a:xfrm>
            <a:off x="550864" y="3827610"/>
            <a:ext cx="5437187" cy="2265216"/>
          </a:xfrm>
        </p:spPr>
        <p:txBody>
          <a:bodyPr>
            <a:noAutofit/>
          </a:bodyPr>
          <a:lstStyle>
            <a:lvl1pPr>
              <a:buNone/>
              <a:defRPr sz="2400"/>
            </a:lvl1pPr>
          </a:lstStyle>
          <a:p>
            <a:endParaRPr lang="en-US" dirty="0">
              <a:solidFill>
                <a:schemeClr val="tx1">
                  <a:alpha val="60000"/>
                </a:schemeClr>
              </a:solidFill>
            </a:endParaRPr>
          </a:p>
        </p:txBody>
      </p:sp>
      <p:sp>
        <p:nvSpPr>
          <p:cNvPr id="40" name="Picture Placeholder 39">
            <a:extLst>
              <a:ext uri="{FF2B5EF4-FFF2-40B4-BE49-F238E27FC236}">
                <a16:creationId xmlns="" xmlns:a16="http://schemas.microsoft.com/office/drawing/2014/main" id="{008D9209-1A62-4AC3-BF92-94348A9BC06B}"/>
              </a:ext>
            </a:extLst>
          </p:cNvPr>
          <p:cNvSpPr>
            <a:spLocks noGrp="1"/>
          </p:cNvSpPr>
          <p:nvPr>
            <p:ph type="pic" sz="quarter" idx="15"/>
          </p:nvPr>
        </p:nvSpPr>
        <p:spPr>
          <a:xfrm>
            <a:off x="6556248" y="548640"/>
            <a:ext cx="5084064" cy="2880360"/>
          </a:xfrm>
          <a:solidFill>
            <a:schemeClr val="accent5"/>
          </a:solidFill>
        </p:spPr>
        <p:txBody>
          <a:bodyPr>
            <a:noAutofit/>
          </a:bodyPr>
          <a:lstStyle/>
          <a:p>
            <a:endParaRPr lang="en-US" dirty="0"/>
          </a:p>
        </p:txBody>
      </p:sp>
      <p:sp>
        <p:nvSpPr>
          <p:cNvPr id="42" name="Picture Placeholder 41">
            <a:extLst>
              <a:ext uri="{FF2B5EF4-FFF2-40B4-BE49-F238E27FC236}">
                <a16:creationId xmlns="" xmlns:a16="http://schemas.microsoft.com/office/drawing/2014/main" id="{FADBFB6B-1787-4549-91B6-D748C66B13C6}"/>
              </a:ext>
            </a:extLst>
          </p:cNvPr>
          <p:cNvSpPr>
            <a:spLocks noGrp="1"/>
          </p:cNvSpPr>
          <p:nvPr>
            <p:ph type="pic" sz="quarter" idx="16"/>
          </p:nvPr>
        </p:nvSpPr>
        <p:spPr>
          <a:xfrm>
            <a:off x="6556248" y="3429000"/>
            <a:ext cx="5084064" cy="2880360"/>
          </a:xfrm>
          <a:solidFill>
            <a:schemeClr val="accent5"/>
          </a:solidFill>
        </p:spPr>
        <p:txBody>
          <a:bodyPr>
            <a:noAutofit/>
          </a:bodyPr>
          <a:lstStyle/>
          <a:p>
            <a:endParaRPr lang="en-US" dirty="0"/>
          </a:p>
        </p:txBody>
      </p:sp>
      <p:grpSp>
        <p:nvGrpSpPr>
          <p:cNvPr id="2" name="Group 42">
            <a:extLst>
              <a:ext uri="{FF2B5EF4-FFF2-40B4-BE49-F238E27FC236}">
                <a16:creationId xmlns="" xmlns:a16="http://schemas.microsoft.com/office/drawing/2014/main" id="{06966E3E-9B30-4375-AC9A-23256CC87D25}"/>
              </a:ext>
              <a:ext uri="{C183D7F6-B498-43B3-948B-1728B52AA6E4}">
                <adec:decorative xmlns="" xmlns:adec="http://schemas.microsoft.com/office/drawing/2017/decorative" val="1"/>
              </a:ext>
            </a:extLst>
          </p:cNvPr>
          <p:cNvGrpSpPr/>
          <p:nvPr userDrawn="1"/>
        </p:nvGrpSpPr>
        <p:grpSpPr>
          <a:xfrm>
            <a:off x="11161347" y="125401"/>
            <a:ext cx="1404699" cy="1155641"/>
            <a:chOff x="11161347" y="125399"/>
            <a:chExt cx="1404698" cy="1155641"/>
          </a:xfrm>
        </p:grpSpPr>
        <p:sp>
          <p:nvSpPr>
            <p:cNvPr id="44" name="Freeform: Shape 43">
              <a:extLst>
                <a:ext uri="{FF2B5EF4-FFF2-40B4-BE49-F238E27FC236}">
                  <a16:creationId xmlns="" xmlns:a16="http://schemas.microsoft.com/office/drawing/2014/main" id="{4EBBC5A2-A37E-47DF-9230-9A75067F1883}"/>
                </a:ext>
              </a:extLst>
            </p:cNvPr>
            <p:cNvSpPr>
              <a:spLocks noChangeAspect="1"/>
            </p:cNvSpPr>
            <p:nvPr/>
          </p:nvSpPr>
          <p:spPr>
            <a:xfrm rot="18900000">
              <a:off x="11161347" y="125399"/>
              <a:ext cx="1341675" cy="926985"/>
            </a:xfrm>
            <a:custGeom>
              <a:avLst/>
              <a:gdLst>
                <a:gd name="connsiteX0" fmla="*/ 1049126 w 1341675"/>
                <a:gd name="connsiteY0" fmla="*/ 8962 h 926985"/>
                <a:gd name="connsiteX1" fmla="*/ 1341675 w 1341675"/>
                <a:gd name="connsiteY1" fmla="*/ 301511 h 926985"/>
                <a:gd name="connsiteX2" fmla="*/ 1130649 w 1341675"/>
                <a:gd name="connsiteY2" fmla="*/ 512537 h 926985"/>
                <a:gd name="connsiteX3" fmla="*/ 1107397 w 1341675"/>
                <a:gd name="connsiteY3" fmla="*/ 499917 h 926985"/>
                <a:gd name="connsiteX4" fmla="*/ 926985 w 1341675"/>
                <a:gd name="connsiteY4" fmla="*/ 463493 h 926985"/>
                <a:gd name="connsiteX5" fmla="*/ 463493 w 1341675"/>
                <a:gd name="connsiteY5" fmla="*/ 926985 h 926985"/>
                <a:gd name="connsiteX6" fmla="*/ 0 w 1341675"/>
                <a:gd name="connsiteY6" fmla="*/ 926985 h 926985"/>
                <a:gd name="connsiteX7" fmla="*/ 926985 w 1341675"/>
                <a:gd name="connsiteY7" fmla="*/ 0 h 926985"/>
                <a:gd name="connsiteX8" fmla="*/ 1021763 w 1341675"/>
                <a:gd name="connsiteY8" fmla="*/ 4786 h 9269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41675" h="926985">
                  <a:moveTo>
                    <a:pt x="1049126" y="8962"/>
                  </a:moveTo>
                  <a:lnTo>
                    <a:pt x="1341675" y="301511"/>
                  </a:lnTo>
                  <a:lnTo>
                    <a:pt x="1130649" y="512537"/>
                  </a:lnTo>
                  <a:lnTo>
                    <a:pt x="1107397" y="499917"/>
                  </a:lnTo>
                  <a:cubicBezTo>
                    <a:pt x="1051945" y="476462"/>
                    <a:pt x="990979" y="463493"/>
                    <a:pt x="926985" y="463493"/>
                  </a:cubicBezTo>
                  <a:cubicBezTo>
                    <a:pt x="671005" y="463493"/>
                    <a:pt x="463493" y="671005"/>
                    <a:pt x="463493" y="926985"/>
                  </a:cubicBezTo>
                  <a:lnTo>
                    <a:pt x="0" y="926985"/>
                  </a:lnTo>
                  <a:cubicBezTo>
                    <a:pt x="0" y="415026"/>
                    <a:pt x="415025" y="0"/>
                    <a:pt x="926985" y="0"/>
                  </a:cubicBezTo>
                  <a:cubicBezTo>
                    <a:pt x="958982" y="0"/>
                    <a:pt x="990601" y="1621"/>
                    <a:pt x="1021763" y="4786"/>
                  </a:cubicBezTo>
                  <a:close/>
                </a:path>
              </a:pathLst>
            </a:custGeom>
            <a:solidFill>
              <a:schemeClr val="bg2"/>
            </a:solidFill>
            <a:ln>
              <a:noFill/>
            </a:ln>
            <a:effectLst>
              <a:innerShdw blurRad="254000" dist="50800" dir="5400000">
                <a:schemeClr val="accent1">
                  <a:lumMod val="40000"/>
                  <a:lumOff val="60000"/>
                  <a:alpha val="4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tx1"/>
                </a:solidFill>
              </a:endParaRPr>
            </a:p>
          </p:txBody>
        </p:sp>
        <p:sp>
          <p:nvSpPr>
            <p:cNvPr id="45" name="Oval 44">
              <a:extLst>
                <a:ext uri="{FF2B5EF4-FFF2-40B4-BE49-F238E27FC236}">
                  <a16:creationId xmlns="" xmlns:a16="http://schemas.microsoft.com/office/drawing/2014/main" id="{11781B9A-C230-4FFC-90A8-E0571B1DEDA7}"/>
                </a:ext>
              </a:extLst>
            </p:cNvPr>
            <p:cNvSpPr/>
            <p:nvPr/>
          </p:nvSpPr>
          <p:spPr>
            <a:xfrm rot="2700000">
              <a:off x="11798454" y="994196"/>
              <a:ext cx="107098" cy="466589"/>
            </a:xfrm>
            <a:prstGeom prst="ellipse">
              <a:avLst/>
            </a:prstGeom>
            <a:solidFill>
              <a:schemeClr val="bg2"/>
            </a:solidFill>
            <a:ln>
              <a:noFill/>
            </a:ln>
            <a:effectLst>
              <a:innerShdw blurRad="63500" dist="2540000">
                <a:schemeClr val="accent1">
                  <a:lumMod val="40000"/>
                  <a:lumOff val="60000"/>
                  <a:alpha val="2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46" name="Freeform: Shape 45">
              <a:extLst>
                <a:ext uri="{FF2B5EF4-FFF2-40B4-BE49-F238E27FC236}">
                  <a16:creationId xmlns="" xmlns:a16="http://schemas.microsoft.com/office/drawing/2014/main" id="{3295925C-3570-40F1-B3CE-07D947ED4643}"/>
                </a:ext>
              </a:extLst>
            </p:cNvPr>
            <p:cNvSpPr>
              <a:spLocks noChangeAspect="1"/>
            </p:cNvSpPr>
            <p:nvPr/>
          </p:nvSpPr>
          <p:spPr>
            <a:xfrm rot="18900000">
              <a:off x="11228590" y="129580"/>
              <a:ext cx="1337455" cy="1042921"/>
            </a:xfrm>
            <a:custGeom>
              <a:avLst/>
              <a:gdLst>
                <a:gd name="connsiteX0" fmla="*/ 1084058 w 1337455"/>
                <a:gd name="connsiteY0" fmla="*/ 16081 h 1042921"/>
                <a:gd name="connsiteX1" fmla="*/ 1337455 w 1337455"/>
                <a:gd name="connsiteY1" fmla="*/ 269477 h 1042921"/>
                <a:gd name="connsiteX2" fmla="*/ 1060775 w 1337455"/>
                <a:gd name="connsiteY2" fmla="*/ 546158 h 1042921"/>
                <a:gd name="connsiteX3" fmla="*/ 1020394 w 1337455"/>
                <a:gd name="connsiteY3" fmla="*/ 532055 h 1042921"/>
                <a:gd name="connsiteX4" fmla="*/ 926985 w 1337455"/>
                <a:gd name="connsiteY4" fmla="*/ 521461 h 1042921"/>
                <a:gd name="connsiteX5" fmla="*/ 463492 w 1337455"/>
                <a:gd name="connsiteY5" fmla="*/ 1042921 h 1042921"/>
                <a:gd name="connsiteX6" fmla="*/ 0 w 1337455"/>
                <a:gd name="connsiteY6" fmla="*/ 1042921 h 1042921"/>
                <a:gd name="connsiteX7" fmla="*/ 926984 w 1337455"/>
                <a:gd name="connsiteY7" fmla="*/ 0 h 1042921"/>
                <a:gd name="connsiteX8" fmla="*/ 1021763 w 1337455"/>
                <a:gd name="connsiteY8" fmla="*/ 5384 h 10429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37455" h="1042921">
                  <a:moveTo>
                    <a:pt x="1084058" y="16081"/>
                  </a:moveTo>
                  <a:lnTo>
                    <a:pt x="1337455" y="269477"/>
                  </a:lnTo>
                  <a:lnTo>
                    <a:pt x="1060775" y="546158"/>
                  </a:lnTo>
                  <a:lnTo>
                    <a:pt x="1020394" y="532055"/>
                  </a:lnTo>
                  <a:cubicBezTo>
                    <a:pt x="990222" y="525109"/>
                    <a:pt x="958982" y="521461"/>
                    <a:pt x="926985" y="521461"/>
                  </a:cubicBezTo>
                  <a:cubicBezTo>
                    <a:pt x="671005" y="521461"/>
                    <a:pt x="463493" y="754927"/>
                    <a:pt x="463492" y="1042921"/>
                  </a:cubicBezTo>
                  <a:lnTo>
                    <a:pt x="0" y="1042921"/>
                  </a:lnTo>
                  <a:cubicBezTo>
                    <a:pt x="0" y="466932"/>
                    <a:pt x="415025" y="0"/>
                    <a:pt x="926984" y="0"/>
                  </a:cubicBezTo>
                  <a:cubicBezTo>
                    <a:pt x="958982" y="0"/>
                    <a:pt x="990600" y="1824"/>
                    <a:pt x="1021763" y="5384"/>
                  </a:cubicBezTo>
                  <a:close/>
                </a:path>
              </a:pathLst>
            </a:custGeom>
            <a:solidFill>
              <a:schemeClr val="bg2">
                <a:lumMod val="50000"/>
                <a:lumOff val="50000"/>
                <a:alpha val="40000"/>
              </a:schemeClr>
            </a:solidFill>
            <a:ln>
              <a:noFill/>
            </a:ln>
            <a:effectLst>
              <a:softEdge rad="190500"/>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tx1"/>
                </a:solidFill>
              </a:endParaRPr>
            </a:p>
          </p:txBody>
        </p:sp>
      </p:grpSp>
      <p:grpSp>
        <p:nvGrpSpPr>
          <p:cNvPr id="3" name="Group 14">
            <a:extLst>
              <a:ext uri="{FF2B5EF4-FFF2-40B4-BE49-F238E27FC236}">
                <a16:creationId xmlns="" xmlns:a16="http://schemas.microsoft.com/office/drawing/2014/main" id="{394664AE-6DC5-428F-9AC4-5A8F67571F72}"/>
              </a:ext>
              <a:ext uri="{C183D7F6-B498-43B3-948B-1728B52AA6E4}">
                <adec:decorative xmlns="" xmlns:adec="http://schemas.microsoft.com/office/drawing/2017/decorative" val="1"/>
              </a:ext>
            </a:extLst>
          </p:cNvPr>
          <p:cNvGrpSpPr/>
          <p:nvPr userDrawn="1"/>
        </p:nvGrpSpPr>
        <p:grpSpPr>
          <a:xfrm>
            <a:off x="594036" y="5610392"/>
            <a:ext cx="667803" cy="631474"/>
            <a:chOff x="10478914" y="1506691"/>
            <a:chExt cx="667802" cy="631474"/>
          </a:xfrm>
        </p:grpSpPr>
        <p:sp>
          <p:nvSpPr>
            <p:cNvPr id="16" name="Freeform: Shape 15">
              <a:extLst>
                <a:ext uri="{FF2B5EF4-FFF2-40B4-BE49-F238E27FC236}">
                  <a16:creationId xmlns="" xmlns:a16="http://schemas.microsoft.com/office/drawing/2014/main" id="{8288F304-7DF7-42FB-BD6F-D575128A1DDE}"/>
                </a:ext>
              </a:extLst>
            </p:cNvPr>
            <p:cNvSpPr>
              <a:spLocks noChangeAspect="1"/>
            </p:cNvSpPr>
            <p:nvPr/>
          </p:nvSpPr>
          <p:spPr>
            <a:xfrm rot="8100000">
              <a:off x="10606715" y="1506691"/>
              <a:ext cx="540001" cy="631474"/>
            </a:xfrm>
            <a:custGeom>
              <a:avLst/>
              <a:gdLst>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0 w 1080000"/>
                <a:gd name="connsiteY9" fmla="*/ 931034 h 1262947"/>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540000 w 1080000"/>
                <a:gd name="connsiteY9" fmla="*/ 0 h 1262947"/>
                <a:gd name="connsiteX0" fmla="*/ 540000 w 1080000"/>
                <a:gd name="connsiteY0" fmla="*/ 0 h 1262947"/>
                <a:gd name="connsiteX1" fmla="*/ 1064374 w 1080000"/>
                <a:gd name="connsiteY1" fmla="*/ 931034 h 1262947"/>
                <a:gd name="connsiteX2" fmla="*/ 1069029 w 1080000"/>
                <a:gd name="connsiteY2" fmla="*/ 938533 h 1262947"/>
                <a:gd name="connsiteX3" fmla="*/ 1080000 w 1080000"/>
                <a:gd name="connsiteY3" fmla="*/ 992947 h 1262947"/>
                <a:gd name="connsiteX4" fmla="*/ 540000 w 1080000"/>
                <a:gd name="connsiteY4" fmla="*/ 1262947 h 1262947"/>
                <a:gd name="connsiteX5" fmla="*/ 0 w 1080000"/>
                <a:gd name="connsiteY5" fmla="*/ 992947 h 1262947"/>
                <a:gd name="connsiteX6" fmla="*/ 10971 w 1080000"/>
                <a:gd name="connsiteY6" fmla="*/ 938533 h 1262947"/>
                <a:gd name="connsiteX7" fmla="*/ 15626 w 1080000"/>
                <a:gd name="connsiteY7" fmla="*/ 931034 h 1262947"/>
                <a:gd name="connsiteX8" fmla="*/ 540000 w 1080000"/>
                <a:gd name="connsiteY8" fmla="*/ 0 h 1262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80000" h="1262947">
                  <a:moveTo>
                    <a:pt x="540000" y="0"/>
                  </a:moveTo>
                  <a:lnTo>
                    <a:pt x="1064374" y="931034"/>
                  </a:lnTo>
                  <a:lnTo>
                    <a:pt x="1069029" y="938533"/>
                  </a:lnTo>
                  <a:cubicBezTo>
                    <a:pt x="1076223" y="956109"/>
                    <a:pt x="1080000" y="974307"/>
                    <a:pt x="1080000" y="992947"/>
                  </a:cubicBezTo>
                  <a:cubicBezTo>
                    <a:pt x="1080000" y="1142064"/>
                    <a:pt x="838234" y="1262947"/>
                    <a:pt x="540000" y="1262947"/>
                  </a:cubicBezTo>
                  <a:cubicBezTo>
                    <a:pt x="241766" y="1262947"/>
                    <a:pt x="0" y="1142064"/>
                    <a:pt x="0" y="992947"/>
                  </a:cubicBezTo>
                  <a:cubicBezTo>
                    <a:pt x="0" y="974307"/>
                    <a:pt x="3778" y="956109"/>
                    <a:pt x="10971" y="938533"/>
                  </a:cubicBezTo>
                  <a:lnTo>
                    <a:pt x="15626" y="931034"/>
                  </a:lnTo>
                  <a:lnTo>
                    <a:pt x="540000" y="0"/>
                  </a:lnTo>
                  <a:close/>
                </a:path>
              </a:pathLst>
            </a:custGeom>
            <a:gradFill>
              <a:gsLst>
                <a:gs pos="60000">
                  <a:schemeClr val="bg2">
                    <a:lumMod val="90000"/>
                    <a:lumOff val="10000"/>
                  </a:schemeClr>
                </a:gs>
                <a:gs pos="30000">
                  <a:schemeClr val="bg2">
                    <a:lumMod val="90000"/>
                    <a:lumOff val="10000"/>
                  </a:schemeClr>
                </a:gs>
                <a:gs pos="40000">
                  <a:schemeClr val="bg2">
                    <a:lumMod val="80000"/>
                    <a:lumOff val="20000"/>
                  </a:schemeClr>
                </a:gs>
                <a:gs pos="100000">
                  <a:schemeClr val="bg2"/>
                </a:gs>
              </a:gsLst>
              <a:lin ang="600000" scaled="0"/>
            </a:gradFill>
            <a:ln>
              <a:noFill/>
            </a:ln>
            <a:effectLst>
              <a:innerShdw blurRad="101600" dist="50800" dir="7320000">
                <a:schemeClr val="accent1">
                  <a:lumMod val="60000"/>
                  <a:lumOff val="40000"/>
                  <a:alpha val="2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21" name="Oval 20">
              <a:extLst>
                <a:ext uri="{FF2B5EF4-FFF2-40B4-BE49-F238E27FC236}">
                  <a16:creationId xmlns="" xmlns:a16="http://schemas.microsoft.com/office/drawing/2014/main" id="{104835D9-7DE9-4DDD-A6C2-1C526822700A}"/>
                </a:ext>
              </a:extLst>
            </p:cNvPr>
            <p:cNvSpPr/>
            <p:nvPr/>
          </p:nvSpPr>
          <p:spPr>
            <a:xfrm rot="13500000">
              <a:off x="10613915" y="1424627"/>
              <a:ext cx="270000" cy="540001"/>
            </a:xfrm>
            <a:prstGeom prst="ellipse">
              <a:avLst/>
            </a:prstGeom>
            <a:solidFill>
              <a:schemeClr val="bg2">
                <a:lumMod val="90000"/>
                <a:lumOff val="10000"/>
              </a:schemeClr>
            </a:solidFill>
            <a:ln>
              <a:noFill/>
            </a:ln>
            <a:effectLst>
              <a:innerShdw blurRad="12700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grpSp>
      <p:sp>
        <p:nvSpPr>
          <p:cNvPr id="5" name="Date Placeholder 4">
            <a:extLst>
              <a:ext uri="{FF2B5EF4-FFF2-40B4-BE49-F238E27FC236}">
                <a16:creationId xmlns="" xmlns:a16="http://schemas.microsoft.com/office/drawing/2014/main" id="{E57D2D6F-49E8-4217-A908-2D9E43583589}"/>
              </a:ext>
            </a:extLst>
          </p:cNvPr>
          <p:cNvSpPr>
            <a:spLocks noGrp="1"/>
          </p:cNvSpPr>
          <p:nvPr>
            <p:ph type="dt" sz="half" idx="10"/>
          </p:nvPr>
        </p:nvSpPr>
        <p:spPr/>
        <p:txBody>
          <a:bodyPr>
            <a:noAutofit/>
          </a:bodyPr>
          <a:lstStyle/>
          <a:p>
            <a:r>
              <a:rPr lang="en-US" dirty="0"/>
              <a:t>Tuesday, February 2, 20XX</a:t>
            </a:r>
          </a:p>
        </p:txBody>
      </p:sp>
      <p:sp>
        <p:nvSpPr>
          <p:cNvPr id="6" name="Footer Placeholder 5">
            <a:extLst>
              <a:ext uri="{FF2B5EF4-FFF2-40B4-BE49-F238E27FC236}">
                <a16:creationId xmlns="" xmlns:a16="http://schemas.microsoft.com/office/drawing/2014/main" id="{591C4440-6B8D-4A24-A807-8B1302A3DFAF}"/>
              </a:ext>
            </a:extLst>
          </p:cNvPr>
          <p:cNvSpPr>
            <a:spLocks noGrp="1"/>
          </p:cNvSpPr>
          <p:nvPr>
            <p:ph type="ftr" sz="quarter" idx="11"/>
          </p:nvPr>
        </p:nvSpPr>
        <p:spPr/>
        <p:txBody>
          <a:bodyPr>
            <a:noAutofit/>
          </a:bodyPr>
          <a:lstStyle/>
          <a:p>
            <a:r>
              <a:rPr lang="en-US" dirty="0"/>
              <a:t>Sample Footer Text</a:t>
            </a:r>
          </a:p>
        </p:txBody>
      </p:sp>
      <p:sp>
        <p:nvSpPr>
          <p:cNvPr id="7" name="Slide Number Placeholder 6">
            <a:extLst>
              <a:ext uri="{FF2B5EF4-FFF2-40B4-BE49-F238E27FC236}">
                <a16:creationId xmlns="" xmlns:a16="http://schemas.microsoft.com/office/drawing/2014/main" id="{76CFE189-E20B-4108-B290-244424336512}"/>
              </a:ext>
            </a:extLst>
          </p:cNvPr>
          <p:cNvSpPr>
            <a:spLocks noGrp="1"/>
          </p:cNvSpPr>
          <p:nvPr>
            <p:ph type="sldNum" sz="quarter" idx="12"/>
          </p:nvPr>
        </p:nvSpPr>
        <p:spPr/>
        <p:txBody>
          <a:bodyPr>
            <a:noAutofit/>
          </a:bodyPr>
          <a:lstStyle/>
          <a:p>
            <a:fld id="{DBA1B0FB-D917-4C8C-928F-313BD683BF39}" type="slidenum">
              <a:rPr lang="en-US" smtClean="0"/>
              <a:pPr/>
              <a:t>‹#›</a:t>
            </a:fld>
            <a:endParaRPr lang="en-US" dirty="0"/>
          </a:p>
        </p:txBody>
      </p:sp>
      <p:sp>
        <p:nvSpPr>
          <p:cNvPr id="17" name="Oval 16">
            <a:extLst>
              <a:ext uri="{FF2B5EF4-FFF2-40B4-BE49-F238E27FC236}">
                <a16:creationId xmlns="" xmlns:a16="http://schemas.microsoft.com/office/drawing/2014/main" id="{83C43C1C-00B3-40E0-B073-B8C56206D07D}"/>
              </a:ext>
              <a:ext uri="{C183D7F6-B498-43B3-948B-1728B52AA6E4}">
                <adec:decorative xmlns="" xmlns:adec="http://schemas.microsoft.com/office/drawing/2017/decorative" val="1"/>
              </a:ext>
            </a:extLst>
          </p:cNvPr>
          <p:cNvSpPr>
            <a:spLocks noChangeAspect="1"/>
          </p:cNvSpPr>
          <p:nvPr userDrawn="1"/>
        </p:nvSpPr>
        <p:spPr>
          <a:xfrm>
            <a:off x="5303845" y="5427212"/>
            <a:ext cx="1080000" cy="1080000"/>
          </a:xfrm>
          <a:prstGeom prst="ellipse">
            <a:avLst/>
          </a:prstGeom>
          <a:gradFill flip="none" rotWithShape="1">
            <a:gsLst>
              <a:gs pos="100000">
                <a:schemeClr val="bg2">
                  <a:lumMod val="50000"/>
                  <a:lumOff val="50000"/>
                </a:schemeClr>
              </a:gs>
              <a:gs pos="60000">
                <a:schemeClr val="bg2">
                  <a:lumMod val="100000"/>
                </a:schemeClr>
              </a:gs>
            </a:gsLst>
            <a:path path="circle">
              <a:fillToRect l="100000" b="100000"/>
            </a:path>
            <a:tileRect t="-100000" r="-100000"/>
          </a:gradFill>
          <a:ln>
            <a:noFill/>
          </a:ln>
          <a:effectLst>
            <a:innerShdw blurRad="254000" dist="127000" dir="2700000">
              <a:schemeClr val="accent1">
                <a:lumMod val="60000"/>
                <a:lumOff val="40000"/>
                <a:alpha val="40000"/>
              </a:schemeClr>
            </a:innerShdw>
            <a:softEdge rad="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Tree>
    <p:extLst>
      <p:ext uri="{BB962C8B-B14F-4D97-AF65-F5344CB8AC3E}">
        <p14:creationId xmlns="" xmlns:p14="http://schemas.microsoft.com/office/powerpoint/2010/main" val="72731911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12_Summary">
    <p:spTree>
      <p:nvGrpSpPr>
        <p:cNvPr id="1" name=""/>
        <p:cNvGrpSpPr/>
        <p:nvPr/>
      </p:nvGrpSpPr>
      <p:grpSpPr>
        <a:xfrm>
          <a:off x="0" y="0"/>
          <a:ext cx="0" cy="0"/>
          <a:chOff x="0" y="0"/>
          <a:chExt cx="0" cy="0"/>
        </a:xfrm>
      </p:grpSpPr>
      <p:sp>
        <p:nvSpPr>
          <p:cNvPr id="5" name="Title 1">
            <a:extLst>
              <a:ext uri="{FF2B5EF4-FFF2-40B4-BE49-F238E27FC236}">
                <a16:creationId xmlns="" xmlns:a16="http://schemas.microsoft.com/office/drawing/2014/main" id="{E949202B-67AE-417A-A336-DF5257FFDCF0}"/>
              </a:ext>
            </a:extLst>
          </p:cNvPr>
          <p:cNvSpPr>
            <a:spLocks noGrp="1"/>
          </p:cNvSpPr>
          <p:nvPr>
            <p:ph type="title"/>
          </p:nvPr>
        </p:nvSpPr>
        <p:spPr>
          <a:xfrm>
            <a:off x="550863" y="4508502"/>
            <a:ext cx="4500563" cy="1562959"/>
          </a:xfrm>
        </p:spPr>
        <p:txBody>
          <a:bodyPr wrap="square" anchor="t" anchorCtr="0">
            <a:noAutofit/>
          </a:bodyPr>
          <a:lstStyle/>
          <a:p>
            <a:endParaRPr lang="en-US"/>
          </a:p>
        </p:txBody>
      </p:sp>
      <p:sp>
        <p:nvSpPr>
          <p:cNvPr id="10" name="Picture Placeholder 9">
            <a:extLst>
              <a:ext uri="{FF2B5EF4-FFF2-40B4-BE49-F238E27FC236}">
                <a16:creationId xmlns="" xmlns:a16="http://schemas.microsoft.com/office/drawing/2014/main" id="{1786D546-2834-435F-950F-DCEFE654B3B1}"/>
              </a:ext>
            </a:extLst>
          </p:cNvPr>
          <p:cNvSpPr>
            <a:spLocks noGrp="1"/>
          </p:cNvSpPr>
          <p:nvPr>
            <p:ph type="pic" sz="quarter" idx="13"/>
          </p:nvPr>
        </p:nvSpPr>
        <p:spPr>
          <a:xfrm>
            <a:off x="0" y="0"/>
            <a:ext cx="12192000" cy="3776472"/>
          </a:xfrm>
          <a:solidFill>
            <a:schemeClr val="accent5"/>
          </a:solidFill>
        </p:spPr>
        <p:txBody>
          <a:bodyPr>
            <a:noAutofit/>
          </a:bodyPr>
          <a:lstStyle/>
          <a:p>
            <a:endParaRPr lang="en-US" dirty="0"/>
          </a:p>
        </p:txBody>
      </p:sp>
      <p:sp>
        <p:nvSpPr>
          <p:cNvPr id="7" name="Content Placeholder 6">
            <a:extLst>
              <a:ext uri="{FF2B5EF4-FFF2-40B4-BE49-F238E27FC236}">
                <a16:creationId xmlns="" xmlns:a16="http://schemas.microsoft.com/office/drawing/2014/main" id="{3BD763BD-EAC5-4DB8-81AF-9743BB6A9576}"/>
              </a:ext>
            </a:extLst>
          </p:cNvPr>
          <p:cNvSpPr>
            <a:spLocks noGrp="1"/>
          </p:cNvSpPr>
          <p:nvPr>
            <p:ph sz="quarter" idx="15"/>
          </p:nvPr>
        </p:nvSpPr>
        <p:spPr>
          <a:xfrm>
            <a:off x="5262411" y="4508500"/>
            <a:ext cx="6221412" cy="1563688"/>
          </a:xfrm>
        </p:spPr>
        <p:txBody>
          <a:bodyPr>
            <a:noAutofit/>
          </a:bodyPr>
          <a:lstStyle>
            <a:lvl1pPr marL="0" indent="0">
              <a:buNone/>
              <a:defRPr sz="2000"/>
            </a:lvl1pPr>
            <a:lvl2pPr>
              <a:buNone/>
              <a:defRPr sz="1900"/>
            </a:lvl2pPr>
            <a:lvl3pPr>
              <a:buNone/>
              <a:defRPr sz="1900"/>
            </a:lvl3pPr>
            <a:lvl4pPr>
              <a:buNone/>
              <a:defRPr sz="1900"/>
            </a:lvl4pPr>
            <a:lvl5pPr>
              <a:buNone/>
              <a:defRPr sz="1900"/>
            </a:lvl5pPr>
          </a:lstStyle>
          <a:p>
            <a:pPr lvl="0"/>
            <a:r>
              <a:rPr lang="en-US" dirty="0"/>
              <a:t>Click to edit Master text styles</a:t>
            </a:r>
          </a:p>
        </p:txBody>
      </p:sp>
      <p:sp>
        <p:nvSpPr>
          <p:cNvPr id="2" name="Date Placeholder 1">
            <a:extLst>
              <a:ext uri="{FF2B5EF4-FFF2-40B4-BE49-F238E27FC236}">
                <a16:creationId xmlns="" xmlns:a16="http://schemas.microsoft.com/office/drawing/2014/main" id="{AB81B449-7B97-41DC-B23F-65EDCBD316A6}"/>
              </a:ext>
            </a:extLst>
          </p:cNvPr>
          <p:cNvSpPr>
            <a:spLocks noGrp="1"/>
          </p:cNvSpPr>
          <p:nvPr>
            <p:ph type="dt" sz="half" idx="10"/>
          </p:nvPr>
        </p:nvSpPr>
        <p:spPr/>
        <p:txBody>
          <a:bodyPr>
            <a:noAutofit/>
          </a:bodyPr>
          <a:lstStyle/>
          <a:p>
            <a:r>
              <a:rPr lang="en-US" dirty="0"/>
              <a:t>Tuesday, February 2, 20XX</a:t>
            </a:r>
          </a:p>
        </p:txBody>
      </p:sp>
      <p:sp>
        <p:nvSpPr>
          <p:cNvPr id="3" name="Footer Placeholder 2">
            <a:extLst>
              <a:ext uri="{FF2B5EF4-FFF2-40B4-BE49-F238E27FC236}">
                <a16:creationId xmlns="" xmlns:a16="http://schemas.microsoft.com/office/drawing/2014/main" id="{7C6B46D5-337B-4906-8412-4EEA3884FA7E}"/>
              </a:ext>
            </a:extLst>
          </p:cNvPr>
          <p:cNvSpPr>
            <a:spLocks noGrp="1"/>
          </p:cNvSpPr>
          <p:nvPr>
            <p:ph type="ftr" sz="quarter" idx="11"/>
          </p:nvPr>
        </p:nvSpPr>
        <p:spPr/>
        <p:txBody>
          <a:bodyPr>
            <a:noAutofit/>
          </a:bodyPr>
          <a:lstStyle/>
          <a:p>
            <a:r>
              <a:rPr lang="en-US" dirty="0"/>
              <a:t>Sample Footer Text</a:t>
            </a:r>
          </a:p>
        </p:txBody>
      </p:sp>
      <p:sp>
        <p:nvSpPr>
          <p:cNvPr id="4" name="Slide Number Placeholder 3">
            <a:extLst>
              <a:ext uri="{FF2B5EF4-FFF2-40B4-BE49-F238E27FC236}">
                <a16:creationId xmlns="" xmlns:a16="http://schemas.microsoft.com/office/drawing/2014/main" id="{E436F230-C9A7-407A-B923-873839C8D8A0}"/>
              </a:ext>
            </a:extLst>
          </p:cNvPr>
          <p:cNvSpPr>
            <a:spLocks noGrp="1"/>
          </p:cNvSpPr>
          <p:nvPr>
            <p:ph type="sldNum" sz="quarter" idx="12"/>
          </p:nvPr>
        </p:nvSpPr>
        <p:spPr/>
        <p:txBody>
          <a:bodyPr>
            <a:noAutofit/>
          </a:bodyPr>
          <a:lstStyle/>
          <a:p>
            <a:fld id="{DBA1B0FB-D917-4C8C-928F-313BD683BF39}" type="slidenum">
              <a:rPr lang="en-US" smtClean="0"/>
              <a:pPr/>
              <a:t>‹#›</a:t>
            </a:fld>
            <a:endParaRPr lang="en-US" dirty="0"/>
          </a:p>
        </p:txBody>
      </p:sp>
      <p:sp>
        <p:nvSpPr>
          <p:cNvPr id="8" name="Oval 7">
            <a:extLst>
              <a:ext uri="{FF2B5EF4-FFF2-40B4-BE49-F238E27FC236}">
                <a16:creationId xmlns="" xmlns:a16="http://schemas.microsoft.com/office/drawing/2014/main" id="{446AF837-10C6-44A5-B8D6-960A57487B43}"/>
              </a:ext>
              <a:ext uri="{C183D7F6-B498-43B3-948B-1728B52AA6E4}">
                <adec:decorative xmlns="" xmlns:adec="http://schemas.microsoft.com/office/drawing/2017/decorative" val="1"/>
              </a:ext>
            </a:extLst>
          </p:cNvPr>
          <p:cNvSpPr>
            <a:spLocks noChangeAspect="1"/>
          </p:cNvSpPr>
          <p:nvPr userDrawn="1"/>
        </p:nvSpPr>
        <p:spPr>
          <a:xfrm>
            <a:off x="1225773" y="3852225"/>
            <a:ext cx="360000" cy="360000"/>
          </a:xfrm>
          <a:prstGeom prst="ellipse">
            <a:avLst/>
          </a:prstGeom>
          <a:gradFill flip="none" rotWithShape="1">
            <a:gsLst>
              <a:gs pos="100000">
                <a:schemeClr val="bg2">
                  <a:lumMod val="50000"/>
                  <a:lumOff val="50000"/>
                </a:schemeClr>
              </a:gs>
              <a:gs pos="60000">
                <a:schemeClr val="bg2"/>
              </a:gs>
            </a:gsLst>
            <a:path path="circle">
              <a:fillToRect l="100000" b="100000"/>
            </a:path>
            <a:tileRect t="-100000" r="-100000"/>
          </a:gradFill>
          <a:ln>
            <a:noFill/>
          </a:ln>
          <a:effectLst>
            <a:innerShdw blurRad="127000" dist="63500" dir="2700000">
              <a:schemeClr val="accent1">
                <a:lumMod val="60000"/>
                <a:lumOff val="40000"/>
                <a:alpha val="20000"/>
              </a:schemeClr>
            </a:innerShdw>
            <a:softEdge rad="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Tree>
    <p:extLst>
      <p:ext uri="{BB962C8B-B14F-4D97-AF65-F5344CB8AC3E}">
        <p14:creationId xmlns="" xmlns:p14="http://schemas.microsoft.com/office/powerpoint/2010/main" val="142547702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5_Section break">
    <p:bg>
      <p:bgRef idx="1001">
        <a:schemeClr val="bg1"/>
      </p:bgRef>
    </p:bg>
    <p:spTree>
      <p:nvGrpSpPr>
        <p:cNvPr id="1" name=""/>
        <p:cNvGrpSpPr/>
        <p:nvPr/>
      </p:nvGrpSpPr>
      <p:grpSpPr>
        <a:xfrm>
          <a:off x="0" y="0"/>
          <a:ext cx="0" cy="0"/>
          <a:chOff x="0" y="0"/>
          <a:chExt cx="0" cy="0"/>
        </a:xfrm>
      </p:grpSpPr>
      <p:sp>
        <p:nvSpPr>
          <p:cNvPr id="8" name="Picture Placeholder 7">
            <a:extLst>
              <a:ext uri="{FF2B5EF4-FFF2-40B4-BE49-F238E27FC236}">
                <a16:creationId xmlns="" xmlns:a16="http://schemas.microsoft.com/office/drawing/2014/main" id="{F75B2FBE-0C5C-48AA-8D7F-9D5B7373CC9A}"/>
              </a:ext>
            </a:extLst>
          </p:cNvPr>
          <p:cNvSpPr>
            <a:spLocks noGrp="1"/>
          </p:cNvSpPr>
          <p:nvPr>
            <p:ph type="pic" sz="quarter" idx="13"/>
          </p:nvPr>
        </p:nvSpPr>
        <p:spPr>
          <a:xfrm>
            <a:off x="0" y="0"/>
            <a:ext cx="12192000" cy="6858000"/>
          </a:xfrm>
          <a:solidFill>
            <a:schemeClr val="bg2"/>
          </a:solidFill>
        </p:spPr>
        <p:txBody>
          <a:bodyPr/>
          <a:lstStyle/>
          <a:p>
            <a:endParaRPr lang="en-US" dirty="0"/>
          </a:p>
        </p:txBody>
      </p:sp>
      <p:sp>
        <p:nvSpPr>
          <p:cNvPr id="16" name="Subtitle 2">
            <a:extLst>
              <a:ext uri="{FF2B5EF4-FFF2-40B4-BE49-F238E27FC236}">
                <a16:creationId xmlns="" xmlns:a16="http://schemas.microsoft.com/office/drawing/2014/main" id="{93411FC5-0B5A-4566-9984-827485AF9265}"/>
              </a:ext>
            </a:extLst>
          </p:cNvPr>
          <p:cNvSpPr>
            <a:spLocks noGrp="1"/>
          </p:cNvSpPr>
          <p:nvPr>
            <p:ph type="subTitle" idx="1"/>
          </p:nvPr>
        </p:nvSpPr>
        <p:spPr>
          <a:xfrm>
            <a:off x="0" y="3557283"/>
            <a:ext cx="6640285" cy="3300719"/>
          </a:xfrm>
          <a:gradFill>
            <a:gsLst>
              <a:gs pos="0">
                <a:schemeClr val="bg2">
                  <a:alpha val="0"/>
                </a:schemeClr>
              </a:gs>
              <a:gs pos="50000">
                <a:schemeClr val="bg2">
                  <a:alpha val="60000"/>
                </a:schemeClr>
              </a:gs>
            </a:gsLst>
            <a:lin ang="10800000" scaled="1"/>
          </a:gradFill>
        </p:spPr>
        <p:txBody>
          <a:bodyPr>
            <a:noAutofit/>
          </a:bodyPr>
          <a:lstStyle>
            <a:lvl1pPr marL="548640" indent="0">
              <a:lnSpc>
                <a:spcPct val="200000"/>
              </a:lnSpc>
              <a:buNone/>
              <a:defRPr/>
            </a:lvl1pPr>
          </a:lstStyle>
          <a:p>
            <a:endParaRPr lang="en-US" dirty="0">
              <a:solidFill>
                <a:schemeClr val="tx1">
                  <a:alpha val="60000"/>
                </a:schemeClr>
              </a:solidFill>
            </a:endParaRPr>
          </a:p>
        </p:txBody>
      </p:sp>
      <p:sp>
        <p:nvSpPr>
          <p:cNvPr id="15" name="Title 1">
            <a:extLst>
              <a:ext uri="{FF2B5EF4-FFF2-40B4-BE49-F238E27FC236}">
                <a16:creationId xmlns="" xmlns:a16="http://schemas.microsoft.com/office/drawing/2014/main" id="{754E1219-253E-4FEF-A576-83857F44BA01}"/>
              </a:ext>
            </a:extLst>
          </p:cNvPr>
          <p:cNvSpPr>
            <a:spLocks noGrp="1"/>
          </p:cNvSpPr>
          <p:nvPr>
            <p:ph type="ctrTitle"/>
          </p:nvPr>
        </p:nvSpPr>
        <p:spPr>
          <a:xfrm>
            <a:off x="0" y="2"/>
            <a:ext cx="6640285" cy="3535509"/>
          </a:xfrm>
          <a:gradFill flip="none" rotWithShape="1">
            <a:gsLst>
              <a:gs pos="0">
                <a:schemeClr val="bg2">
                  <a:alpha val="0"/>
                </a:schemeClr>
              </a:gs>
              <a:gs pos="50000">
                <a:schemeClr val="bg2">
                  <a:alpha val="70000"/>
                </a:schemeClr>
              </a:gs>
            </a:gsLst>
            <a:lin ang="10800000" scaled="1"/>
            <a:tileRect/>
          </a:gradFill>
        </p:spPr>
        <p:txBody>
          <a:bodyPr anchor="b" anchorCtr="0">
            <a:noAutofit/>
          </a:bodyPr>
          <a:lstStyle>
            <a:lvl1pPr marL="548640">
              <a:spcAft>
                <a:spcPts val="1200"/>
              </a:spcAft>
              <a:defRPr sz="6400"/>
            </a:lvl1pPr>
          </a:lstStyle>
          <a:p>
            <a:endParaRPr lang="en-US" dirty="0"/>
          </a:p>
        </p:txBody>
      </p:sp>
    </p:spTree>
    <p:extLst>
      <p:ext uri="{BB962C8B-B14F-4D97-AF65-F5344CB8AC3E}">
        <p14:creationId xmlns="" xmlns:p14="http://schemas.microsoft.com/office/powerpoint/2010/main" val="2229304515"/>
      </p:ext>
    </p:extLst>
  </p:cSld>
  <p:clrMapOvr>
    <a:overrideClrMapping bg1="dk1" tx1="lt1" bg2="dk2" tx2="lt2" accent1="accent1" accent2="accent2" accent3="accent3" accent4="accent4" accent5="accent5" accent6="accent6" hlink="hlink" folHlink="folHlink"/>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8_Team">
    <p:spTree>
      <p:nvGrpSpPr>
        <p:cNvPr id="1" name=""/>
        <p:cNvGrpSpPr/>
        <p:nvPr/>
      </p:nvGrpSpPr>
      <p:grpSpPr>
        <a:xfrm>
          <a:off x="0" y="0"/>
          <a:ext cx="0" cy="0"/>
          <a:chOff x="0" y="0"/>
          <a:chExt cx="0" cy="0"/>
        </a:xfrm>
      </p:grpSpPr>
      <p:sp>
        <p:nvSpPr>
          <p:cNvPr id="16" name="Rectangle 15">
            <a:extLst>
              <a:ext uri="{FF2B5EF4-FFF2-40B4-BE49-F238E27FC236}">
                <a16:creationId xmlns="" xmlns:a16="http://schemas.microsoft.com/office/drawing/2014/main" id="{E38C6F9E-A74F-4F54-9409-B6B93DF8CE78}"/>
              </a:ext>
              <a:ext uri="{C183D7F6-B498-43B3-948B-1728B52AA6E4}">
                <adec:decorative xmlns="" xmlns:adec="http://schemas.microsoft.com/office/drawing/2017/decorative" val="1"/>
              </a:ext>
            </a:extLst>
          </p:cNvPr>
          <p:cNvSpPr/>
          <p:nvPr userDrawn="1"/>
        </p:nvSpPr>
        <p:spPr>
          <a:xfrm>
            <a:off x="0" y="5773731"/>
            <a:ext cx="12192000" cy="1084271"/>
          </a:xfrm>
          <a:prstGeom prst="rect">
            <a:avLst/>
          </a:prstGeom>
          <a:gradFill flip="none" rotWithShape="1">
            <a:gsLst>
              <a:gs pos="100000">
                <a:schemeClr val="bg2">
                  <a:alpha val="60000"/>
                </a:schemeClr>
              </a:gs>
              <a:gs pos="40000">
                <a:schemeClr val="bg2">
                  <a:alpha val="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34" name="Oval 33">
            <a:extLst>
              <a:ext uri="{FF2B5EF4-FFF2-40B4-BE49-F238E27FC236}">
                <a16:creationId xmlns="" xmlns:a16="http://schemas.microsoft.com/office/drawing/2014/main" id="{6F0F71C5-78A4-4793-9BD4-3DF0EE3E3EB7}"/>
              </a:ext>
              <a:ext uri="{C183D7F6-B498-43B3-948B-1728B52AA6E4}">
                <adec:decorative xmlns="" xmlns:adec="http://schemas.microsoft.com/office/drawing/2017/decorative" val="1"/>
              </a:ext>
            </a:extLst>
          </p:cNvPr>
          <p:cNvSpPr>
            <a:spLocks noChangeAspect="1"/>
          </p:cNvSpPr>
          <p:nvPr userDrawn="1"/>
        </p:nvSpPr>
        <p:spPr>
          <a:xfrm>
            <a:off x="10288775" y="762609"/>
            <a:ext cx="1080000" cy="1080000"/>
          </a:xfrm>
          <a:prstGeom prst="ellipse">
            <a:avLst/>
          </a:prstGeom>
          <a:gradFill flip="none" rotWithShape="1">
            <a:gsLst>
              <a:gs pos="100000">
                <a:schemeClr val="bg2">
                  <a:lumMod val="50000"/>
                  <a:lumOff val="50000"/>
                </a:schemeClr>
              </a:gs>
              <a:gs pos="60000">
                <a:schemeClr val="bg2">
                  <a:lumMod val="100000"/>
                </a:schemeClr>
              </a:gs>
            </a:gsLst>
            <a:path path="circle">
              <a:fillToRect l="100000" b="100000"/>
            </a:path>
            <a:tileRect t="-100000" r="-100000"/>
          </a:gradFill>
          <a:ln>
            <a:noFill/>
          </a:ln>
          <a:effectLst>
            <a:innerShdw blurRad="254000" dist="127000" dir="2700000">
              <a:schemeClr val="accent1">
                <a:lumMod val="60000"/>
                <a:lumOff val="40000"/>
                <a:alpha val="40000"/>
              </a:schemeClr>
            </a:innerShdw>
            <a:softEdge rad="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40" name="Title 5">
            <a:extLst>
              <a:ext uri="{FF2B5EF4-FFF2-40B4-BE49-F238E27FC236}">
                <a16:creationId xmlns="" xmlns:a16="http://schemas.microsoft.com/office/drawing/2014/main" id="{36F60F77-4CC9-4F86-B70A-85012C6588A0}"/>
              </a:ext>
            </a:extLst>
          </p:cNvPr>
          <p:cNvSpPr>
            <a:spLocks noGrp="1"/>
          </p:cNvSpPr>
          <p:nvPr>
            <p:ph type="ctrTitle" hasCustomPrompt="1"/>
          </p:nvPr>
        </p:nvSpPr>
        <p:spPr>
          <a:xfrm>
            <a:off x="548641" y="548642"/>
            <a:ext cx="8281987" cy="1253041"/>
          </a:xfrm>
        </p:spPr>
        <p:txBody>
          <a:bodyPr>
            <a:noAutofit/>
          </a:bodyPr>
          <a:lstStyle/>
          <a:p>
            <a:r>
              <a:rPr lang="en-US" dirty="0"/>
              <a:t>Team</a:t>
            </a:r>
          </a:p>
        </p:txBody>
      </p:sp>
      <p:grpSp>
        <p:nvGrpSpPr>
          <p:cNvPr id="51" name="Group 50">
            <a:extLst>
              <a:ext uri="{FF2B5EF4-FFF2-40B4-BE49-F238E27FC236}">
                <a16:creationId xmlns="" xmlns:a16="http://schemas.microsoft.com/office/drawing/2014/main" id="{E6093F87-C1F6-4FAB-B891-6F7D7FC20751}"/>
              </a:ext>
              <a:ext uri="{C183D7F6-B498-43B3-948B-1728B52AA6E4}">
                <adec:decorative xmlns="" xmlns:adec="http://schemas.microsoft.com/office/drawing/2017/decorative" val="1"/>
              </a:ext>
            </a:extLst>
          </p:cNvPr>
          <p:cNvGrpSpPr/>
          <p:nvPr userDrawn="1"/>
        </p:nvGrpSpPr>
        <p:grpSpPr>
          <a:xfrm>
            <a:off x="1800566" y="4518946"/>
            <a:ext cx="1980001" cy="1363916"/>
            <a:chOff x="4879602" y="3781429"/>
            <a:chExt cx="1980001" cy="1363916"/>
          </a:xfrm>
        </p:grpSpPr>
        <p:sp>
          <p:nvSpPr>
            <p:cNvPr id="52" name="Freeform: Shape 51">
              <a:extLst>
                <a:ext uri="{FF2B5EF4-FFF2-40B4-BE49-F238E27FC236}">
                  <a16:creationId xmlns="" xmlns:a16="http://schemas.microsoft.com/office/drawing/2014/main" id="{E1A4FD5C-1E5B-46D1-BA9D-99928D19AF04}"/>
                </a:ext>
              </a:extLst>
            </p:cNvPr>
            <p:cNvSpPr>
              <a:spLocks noChangeAspect="1"/>
            </p:cNvSpPr>
            <p:nvPr/>
          </p:nvSpPr>
          <p:spPr>
            <a:xfrm rot="18900000" flipV="1">
              <a:off x="5005634" y="4191206"/>
              <a:ext cx="1853969" cy="926985"/>
            </a:xfrm>
            <a:custGeom>
              <a:avLst/>
              <a:gdLst>
                <a:gd name="connsiteX0" fmla="*/ 1329373 w 2658746"/>
                <a:gd name="connsiteY0" fmla="*/ 0 h 1329373"/>
                <a:gd name="connsiteX1" fmla="*/ 2658746 w 2658746"/>
                <a:gd name="connsiteY1" fmla="*/ 1329373 h 1329373"/>
                <a:gd name="connsiteX2" fmla="*/ 1994059 w 2658746"/>
                <a:gd name="connsiteY2" fmla="*/ 1329373 h 1329373"/>
                <a:gd name="connsiteX3" fmla="*/ 1329373 w 2658746"/>
                <a:gd name="connsiteY3" fmla="*/ 664687 h 1329373"/>
                <a:gd name="connsiteX4" fmla="*/ 664687 w 2658746"/>
                <a:gd name="connsiteY4" fmla="*/ 1329373 h 1329373"/>
                <a:gd name="connsiteX5" fmla="*/ 0 w 2658746"/>
                <a:gd name="connsiteY5" fmla="*/ 1329373 h 1329373"/>
                <a:gd name="connsiteX6" fmla="*/ 1329373 w 2658746"/>
                <a:gd name="connsiteY6" fmla="*/ 0 h 1329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8746" h="1329373">
                  <a:moveTo>
                    <a:pt x="1329373" y="0"/>
                  </a:moveTo>
                  <a:cubicBezTo>
                    <a:pt x="2063565" y="0"/>
                    <a:pt x="2658746" y="595181"/>
                    <a:pt x="2658746" y="1329373"/>
                  </a:cubicBezTo>
                  <a:lnTo>
                    <a:pt x="1994059" y="1329373"/>
                  </a:lnTo>
                  <a:cubicBezTo>
                    <a:pt x="1994059" y="962277"/>
                    <a:pt x="1696469" y="664687"/>
                    <a:pt x="1329373" y="664687"/>
                  </a:cubicBezTo>
                  <a:cubicBezTo>
                    <a:pt x="962277" y="664687"/>
                    <a:pt x="664687" y="962277"/>
                    <a:pt x="664687" y="1329373"/>
                  </a:cubicBezTo>
                  <a:lnTo>
                    <a:pt x="0" y="1329373"/>
                  </a:lnTo>
                  <a:cubicBezTo>
                    <a:pt x="0" y="595181"/>
                    <a:pt x="595181" y="0"/>
                    <a:pt x="1329373" y="0"/>
                  </a:cubicBezTo>
                  <a:close/>
                </a:path>
              </a:pathLst>
            </a:custGeom>
            <a:solidFill>
              <a:schemeClr val="bg2"/>
            </a:solidFill>
            <a:ln>
              <a:noFill/>
            </a:ln>
            <a:effectLst>
              <a:innerShdw blurRad="254000" dist="50800" dir="16200000">
                <a:schemeClr val="accent1">
                  <a:lumMod val="40000"/>
                  <a:lumOff val="60000"/>
                  <a:alpha val="4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53" name="Freeform: Shape 52">
              <a:extLst>
                <a:ext uri="{FF2B5EF4-FFF2-40B4-BE49-F238E27FC236}">
                  <a16:creationId xmlns="" xmlns:a16="http://schemas.microsoft.com/office/drawing/2014/main" id="{B7DF0ED5-A971-408F-A055-C7E5D7A623CD}"/>
                </a:ext>
              </a:extLst>
            </p:cNvPr>
            <p:cNvSpPr>
              <a:spLocks noChangeAspect="1"/>
            </p:cNvSpPr>
            <p:nvPr/>
          </p:nvSpPr>
          <p:spPr>
            <a:xfrm rot="18900000" flipV="1">
              <a:off x="4957101" y="4052255"/>
              <a:ext cx="1853969" cy="1093090"/>
            </a:xfrm>
            <a:custGeom>
              <a:avLst/>
              <a:gdLst>
                <a:gd name="connsiteX0" fmla="*/ 1329373 w 2658746"/>
                <a:gd name="connsiteY0" fmla="*/ 0 h 1329373"/>
                <a:gd name="connsiteX1" fmla="*/ 2658746 w 2658746"/>
                <a:gd name="connsiteY1" fmla="*/ 1329373 h 1329373"/>
                <a:gd name="connsiteX2" fmla="*/ 1994059 w 2658746"/>
                <a:gd name="connsiteY2" fmla="*/ 1329373 h 1329373"/>
                <a:gd name="connsiteX3" fmla="*/ 1329373 w 2658746"/>
                <a:gd name="connsiteY3" fmla="*/ 664687 h 1329373"/>
                <a:gd name="connsiteX4" fmla="*/ 664687 w 2658746"/>
                <a:gd name="connsiteY4" fmla="*/ 1329373 h 1329373"/>
                <a:gd name="connsiteX5" fmla="*/ 0 w 2658746"/>
                <a:gd name="connsiteY5" fmla="*/ 1329373 h 1329373"/>
                <a:gd name="connsiteX6" fmla="*/ 1329373 w 2658746"/>
                <a:gd name="connsiteY6" fmla="*/ 0 h 1329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8746" h="1329373">
                  <a:moveTo>
                    <a:pt x="1329373" y="0"/>
                  </a:moveTo>
                  <a:cubicBezTo>
                    <a:pt x="2063565" y="0"/>
                    <a:pt x="2658746" y="595181"/>
                    <a:pt x="2658746" y="1329373"/>
                  </a:cubicBezTo>
                  <a:lnTo>
                    <a:pt x="1994059" y="1329373"/>
                  </a:lnTo>
                  <a:cubicBezTo>
                    <a:pt x="1994059" y="962277"/>
                    <a:pt x="1696469" y="664687"/>
                    <a:pt x="1329373" y="664687"/>
                  </a:cubicBezTo>
                  <a:cubicBezTo>
                    <a:pt x="962277" y="664687"/>
                    <a:pt x="664687" y="962277"/>
                    <a:pt x="664687" y="1329373"/>
                  </a:cubicBezTo>
                  <a:lnTo>
                    <a:pt x="0" y="1329373"/>
                  </a:lnTo>
                  <a:cubicBezTo>
                    <a:pt x="0" y="595181"/>
                    <a:pt x="595181" y="0"/>
                    <a:pt x="1329373" y="0"/>
                  </a:cubicBezTo>
                  <a:close/>
                </a:path>
              </a:pathLst>
            </a:custGeom>
            <a:solidFill>
              <a:schemeClr val="bg2">
                <a:lumMod val="50000"/>
                <a:lumOff val="50000"/>
                <a:alpha val="40000"/>
              </a:schemeClr>
            </a:solidFill>
            <a:ln>
              <a:noFill/>
            </a:ln>
            <a:effectLst>
              <a:softEdge rad="190500"/>
            </a:effectLst>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tx1"/>
                </a:solidFill>
              </a:endParaRPr>
            </a:p>
          </p:txBody>
        </p:sp>
        <p:sp>
          <p:nvSpPr>
            <p:cNvPr id="54" name="Oval 53">
              <a:extLst>
                <a:ext uri="{FF2B5EF4-FFF2-40B4-BE49-F238E27FC236}">
                  <a16:creationId xmlns="" xmlns:a16="http://schemas.microsoft.com/office/drawing/2014/main" id="{AA81F353-4C5B-4A37-9846-2C1E2D0FC25F}"/>
                </a:ext>
              </a:extLst>
            </p:cNvPr>
            <p:cNvSpPr/>
            <p:nvPr/>
          </p:nvSpPr>
          <p:spPr>
            <a:xfrm rot="13500000" flipV="1">
              <a:off x="6040374" y="3601683"/>
              <a:ext cx="107098" cy="466589"/>
            </a:xfrm>
            <a:prstGeom prst="ellipse">
              <a:avLst/>
            </a:prstGeom>
            <a:solidFill>
              <a:schemeClr val="bg2">
                <a:lumMod val="90000"/>
                <a:lumOff val="10000"/>
              </a:schemeClr>
            </a:solidFill>
            <a:ln>
              <a:noFill/>
            </a:ln>
            <a:effectLst>
              <a:innerShdw blurRad="635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55" name="Oval 54">
              <a:extLst>
                <a:ext uri="{FF2B5EF4-FFF2-40B4-BE49-F238E27FC236}">
                  <a16:creationId xmlns="" xmlns:a16="http://schemas.microsoft.com/office/drawing/2014/main" id="{42B74EA3-11CE-4D3F-99AD-162563447653}"/>
                </a:ext>
              </a:extLst>
            </p:cNvPr>
            <p:cNvSpPr/>
            <p:nvPr/>
          </p:nvSpPr>
          <p:spPr>
            <a:xfrm rot="13500000" flipV="1">
              <a:off x="5059348" y="4582709"/>
              <a:ext cx="107098" cy="466589"/>
            </a:xfrm>
            <a:prstGeom prst="ellipse">
              <a:avLst/>
            </a:prstGeom>
            <a:solidFill>
              <a:schemeClr val="bg2">
                <a:lumMod val="90000"/>
                <a:lumOff val="10000"/>
              </a:schemeClr>
            </a:solidFill>
            <a:ln>
              <a:noFill/>
            </a:ln>
            <a:effectLst>
              <a:innerShdw blurRad="635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grpSp>
      <p:sp>
        <p:nvSpPr>
          <p:cNvPr id="56" name="Picture Placeholder 55">
            <a:extLst>
              <a:ext uri="{FF2B5EF4-FFF2-40B4-BE49-F238E27FC236}">
                <a16:creationId xmlns="" xmlns:a16="http://schemas.microsoft.com/office/drawing/2014/main" id="{8F41896B-6DDA-4F82-9F74-3EBF93A3CD58}"/>
              </a:ext>
            </a:extLst>
          </p:cNvPr>
          <p:cNvSpPr>
            <a:spLocks noGrp="1"/>
          </p:cNvSpPr>
          <p:nvPr>
            <p:ph type="pic" sz="quarter" idx="13"/>
          </p:nvPr>
        </p:nvSpPr>
        <p:spPr>
          <a:xfrm>
            <a:off x="1078992" y="1990724"/>
            <a:ext cx="1691640" cy="1435608"/>
          </a:xfrm>
          <a:solidFill>
            <a:schemeClr val="accent5"/>
          </a:solidFill>
        </p:spPr>
        <p:txBody>
          <a:bodyPr>
            <a:noAutofit/>
          </a:bodyPr>
          <a:lstStyle/>
          <a:p>
            <a:endParaRPr lang="en-US" dirty="0"/>
          </a:p>
        </p:txBody>
      </p:sp>
      <p:sp>
        <p:nvSpPr>
          <p:cNvPr id="57" name="Picture Placeholder 55">
            <a:extLst>
              <a:ext uri="{FF2B5EF4-FFF2-40B4-BE49-F238E27FC236}">
                <a16:creationId xmlns="" xmlns:a16="http://schemas.microsoft.com/office/drawing/2014/main" id="{EF85499B-C29A-4C8B-922C-7CE4771E352C}"/>
              </a:ext>
            </a:extLst>
          </p:cNvPr>
          <p:cNvSpPr>
            <a:spLocks noGrp="1"/>
          </p:cNvSpPr>
          <p:nvPr>
            <p:ph type="pic" sz="quarter" idx="14"/>
          </p:nvPr>
        </p:nvSpPr>
        <p:spPr>
          <a:xfrm>
            <a:off x="3838384" y="1990724"/>
            <a:ext cx="1691640" cy="1435608"/>
          </a:xfrm>
          <a:solidFill>
            <a:schemeClr val="accent5"/>
          </a:solidFill>
        </p:spPr>
        <p:txBody>
          <a:bodyPr>
            <a:noAutofit/>
          </a:bodyPr>
          <a:lstStyle/>
          <a:p>
            <a:endParaRPr lang="en-US" dirty="0"/>
          </a:p>
        </p:txBody>
      </p:sp>
      <p:sp>
        <p:nvSpPr>
          <p:cNvPr id="58" name="Picture Placeholder 55">
            <a:extLst>
              <a:ext uri="{FF2B5EF4-FFF2-40B4-BE49-F238E27FC236}">
                <a16:creationId xmlns="" xmlns:a16="http://schemas.microsoft.com/office/drawing/2014/main" id="{F82A1DB8-0AE7-4E17-B07B-FCF45B85EE17}"/>
              </a:ext>
            </a:extLst>
          </p:cNvPr>
          <p:cNvSpPr>
            <a:spLocks noGrp="1"/>
          </p:cNvSpPr>
          <p:nvPr>
            <p:ph type="pic" sz="quarter" idx="15"/>
          </p:nvPr>
        </p:nvSpPr>
        <p:spPr>
          <a:xfrm>
            <a:off x="6661976" y="1993392"/>
            <a:ext cx="1691640" cy="1435608"/>
          </a:xfrm>
          <a:solidFill>
            <a:schemeClr val="accent5"/>
          </a:solidFill>
        </p:spPr>
        <p:txBody>
          <a:bodyPr>
            <a:noAutofit/>
          </a:bodyPr>
          <a:lstStyle/>
          <a:p>
            <a:endParaRPr lang="en-US" dirty="0"/>
          </a:p>
        </p:txBody>
      </p:sp>
      <p:sp>
        <p:nvSpPr>
          <p:cNvPr id="59" name="Picture Placeholder 55">
            <a:extLst>
              <a:ext uri="{FF2B5EF4-FFF2-40B4-BE49-F238E27FC236}">
                <a16:creationId xmlns="" xmlns:a16="http://schemas.microsoft.com/office/drawing/2014/main" id="{A83EEB6C-83B7-471D-B5A4-4071534048D2}"/>
              </a:ext>
            </a:extLst>
          </p:cNvPr>
          <p:cNvSpPr>
            <a:spLocks noGrp="1"/>
          </p:cNvSpPr>
          <p:nvPr>
            <p:ph type="pic" sz="quarter" idx="16"/>
          </p:nvPr>
        </p:nvSpPr>
        <p:spPr>
          <a:xfrm>
            <a:off x="9485568" y="1990724"/>
            <a:ext cx="1691640" cy="1435608"/>
          </a:xfrm>
          <a:solidFill>
            <a:schemeClr val="accent5"/>
          </a:solidFill>
        </p:spPr>
        <p:txBody>
          <a:bodyPr>
            <a:noAutofit/>
          </a:bodyPr>
          <a:lstStyle/>
          <a:p>
            <a:endParaRPr lang="en-US" dirty="0"/>
          </a:p>
        </p:txBody>
      </p:sp>
      <p:sp>
        <p:nvSpPr>
          <p:cNvPr id="63" name="Text Placeholder 62">
            <a:extLst>
              <a:ext uri="{FF2B5EF4-FFF2-40B4-BE49-F238E27FC236}">
                <a16:creationId xmlns="" xmlns:a16="http://schemas.microsoft.com/office/drawing/2014/main" id="{17A96A8C-F792-485A-9BB9-4DEDCA0CE6B8}"/>
              </a:ext>
            </a:extLst>
          </p:cNvPr>
          <p:cNvSpPr>
            <a:spLocks noGrp="1"/>
          </p:cNvSpPr>
          <p:nvPr>
            <p:ph type="body" sz="quarter" idx="18" hasCustomPrompt="1"/>
          </p:nvPr>
        </p:nvSpPr>
        <p:spPr>
          <a:xfrm>
            <a:off x="1079500" y="3781425"/>
            <a:ext cx="1711325" cy="365760"/>
          </a:xfrm>
        </p:spPr>
        <p:txBody>
          <a:bodyPr>
            <a:noAutofit/>
          </a:bodyPr>
          <a:lstStyle>
            <a:lvl1pPr>
              <a:buNone/>
              <a:defRPr sz="2000" b="1"/>
            </a:lvl1pPr>
          </a:lstStyle>
          <a:p>
            <a:pPr lvl="0"/>
            <a:r>
              <a:rPr lang="en-US" dirty="0"/>
              <a:t>Name</a:t>
            </a:r>
          </a:p>
        </p:txBody>
      </p:sp>
      <p:sp>
        <p:nvSpPr>
          <p:cNvPr id="61" name="Text Placeholder 60">
            <a:extLst>
              <a:ext uri="{FF2B5EF4-FFF2-40B4-BE49-F238E27FC236}">
                <a16:creationId xmlns="" xmlns:a16="http://schemas.microsoft.com/office/drawing/2014/main" id="{6C65AE07-519E-4E3B-8521-621C8343914D}"/>
              </a:ext>
            </a:extLst>
          </p:cNvPr>
          <p:cNvSpPr>
            <a:spLocks noGrp="1"/>
          </p:cNvSpPr>
          <p:nvPr>
            <p:ph type="body" sz="quarter" idx="17" hasCustomPrompt="1"/>
          </p:nvPr>
        </p:nvSpPr>
        <p:spPr>
          <a:xfrm>
            <a:off x="1078734" y="4232951"/>
            <a:ext cx="1711572" cy="638175"/>
          </a:xfrm>
        </p:spPr>
        <p:txBody>
          <a:bodyPr>
            <a:noAutofit/>
          </a:bodyPr>
          <a:lstStyle>
            <a:lvl1pPr>
              <a:buNone/>
              <a:defRPr sz="1800"/>
            </a:lvl1pPr>
          </a:lstStyle>
          <a:p>
            <a:pPr lvl="0"/>
            <a:r>
              <a:rPr lang="en-US" dirty="0"/>
              <a:t>Title</a:t>
            </a:r>
          </a:p>
        </p:txBody>
      </p:sp>
      <p:sp>
        <p:nvSpPr>
          <p:cNvPr id="65" name="Text Placeholder 62">
            <a:extLst>
              <a:ext uri="{FF2B5EF4-FFF2-40B4-BE49-F238E27FC236}">
                <a16:creationId xmlns="" xmlns:a16="http://schemas.microsoft.com/office/drawing/2014/main" id="{FB878318-C287-428B-8105-429BC4B03F55}"/>
              </a:ext>
            </a:extLst>
          </p:cNvPr>
          <p:cNvSpPr>
            <a:spLocks noGrp="1"/>
          </p:cNvSpPr>
          <p:nvPr>
            <p:ph type="body" sz="quarter" idx="20" hasCustomPrompt="1"/>
          </p:nvPr>
        </p:nvSpPr>
        <p:spPr>
          <a:xfrm>
            <a:off x="3839152" y="3781425"/>
            <a:ext cx="1711325" cy="365760"/>
          </a:xfrm>
        </p:spPr>
        <p:txBody>
          <a:bodyPr>
            <a:noAutofit/>
          </a:bodyPr>
          <a:lstStyle>
            <a:lvl1pPr>
              <a:buNone/>
              <a:defRPr sz="2000" b="1"/>
            </a:lvl1pPr>
          </a:lstStyle>
          <a:p>
            <a:pPr lvl="0"/>
            <a:r>
              <a:rPr lang="en-US" dirty="0"/>
              <a:t>Name</a:t>
            </a:r>
          </a:p>
        </p:txBody>
      </p:sp>
      <p:sp>
        <p:nvSpPr>
          <p:cNvPr id="64" name="Text Placeholder 60">
            <a:extLst>
              <a:ext uri="{FF2B5EF4-FFF2-40B4-BE49-F238E27FC236}">
                <a16:creationId xmlns="" xmlns:a16="http://schemas.microsoft.com/office/drawing/2014/main" id="{1465E516-2CEF-4F9E-9375-7D41DCFCBB41}"/>
              </a:ext>
            </a:extLst>
          </p:cNvPr>
          <p:cNvSpPr>
            <a:spLocks noGrp="1"/>
          </p:cNvSpPr>
          <p:nvPr>
            <p:ph type="body" sz="quarter" idx="19" hasCustomPrompt="1"/>
          </p:nvPr>
        </p:nvSpPr>
        <p:spPr>
          <a:xfrm>
            <a:off x="3838385" y="4232951"/>
            <a:ext cx="1711572" cy="638175"/>
          </a:xfrm>
        </p:spPr>
        <p:txBody>
          <a:bodyPr>
            <a:noAutofit/>
          </a:bodyPr>
          <a:lstStyle>
            <a:lvl1pPr>
              <a:buNone/>
              <a:defRPr sz="1800"/>
            </a:lvl1pPr>
          </a:lstStyle>
          <a:p>
            <a:pPr lvl="0"/>
            <a:r>
              <a:rPr lang="en-US" dirty="0"/>
              <a:t>Title</a:t>
            </a:r>
          </a:p>
        </p:txBody>
      </p:sp>
      <p:sp>
        <p:nvSpPr>
          <p:cNvPr id="67" name="Text Placeholder 62">
            <a:extLst>
              <a:ext uri="{FF2B5EF4-FFF2-40B4-BE49-F238E27FC236}">
                <a16:creationId xmlns="" xmlns:a16="http://schemas.microsoft.com/office/drawing/2014/main" id="{FE012CE3-36AA-4016-A88E-27BCFFEFD69F}"/>
              </a:ext>
            </a:extLst>
          </p:cNvPr>
          <p:cNvSpPr>
            <a:spLocks noGrp="1"/>
          </p:cNvSpPr>
          <p:nvPr>
            <p:ph type="body" sz="quarter" idx="22" hasCustomPrompt="1"/>
          </p:nvPr>
        </p:nvSpPr>
        <p:spPr>
          <a:xfrm>
            <a:off x="6662744" y="3781425"/>
            <a:ext cx="1711325" cy="365760"/>
          </a:xfrm>
        </p:spPr>
        <p:txBody>
          <a:bodyPr>
            <a:noAutofit/>
          </a:bodyPr>
          <a:lstStyle>
            <a:lvl1pPr>
              <a:buNone/>
              <a:defRPr sz="2000" b="1"/>
            </a:lvl1pPr>
          </a:lstStyle>
          <a:p>
            <a:pPr lvl="0"/>
            <a:r>
              <a:rPr lang="en-US" dirty="0"/>
              <a:t>Name</a:t>
            </a:r>
          </a:p>
        </p:txBody>
      </p:sp>
      <p:sp>
        <p:nvSpPr>
          <p:cNvPr id="66" name="Text Placeholder 60">
            <a:extLst>
              <a:ext uri="{FF2B5EF4-FFF2-40B4-BE49-F238E27FC236}">
                <a16:creationId xmlns="" xmlns:a16="http://schemas.microsoft.com/office/drawing/2014/main" id="{8D5671AF-0137-4226-8A84-2784817E519C}"/>
              </a:ext>
            </a:extLst>
          </p:cNvPr>
          <p:cNvSpPr>
            <a:spLocks noGrp="1"/>
          </p:cNvSpPr>
          <p:nvPr>
            <p:ph type="body" sz="quarter" idx="21" hasCustomPrompt="1"/>
          </p:nvPr>
        </p:nvSpPr>
        <p:spPr>
          <a:xfrm>
            <a:off x="6661977" y="4232951"/>
            <a:ext cx="1711572" cy="638175"/>
          </a:xfrm>
        </p:spPr>
        <p:txBody>
          <a:bodyPr>
            <a:noAutofit/>
          </a:bodyPr>
          <a:lstStyle>
            <a:lvl1pPr>
              <a:buNone/>
              <a:defRPr sz="1800"/>
            </a:lvl1pPr>
          </a:lstStyle>
          <a:p>
            <a:pPr lvl="0"/>
            <a:r>
              <a:rPr lang="en-US" dirty="0"/>
              <a:t>Title</a:t>
            </a:r>
          </a:p>
        </p:txBody>
      </p:sp>
      <p:sp>
        <p:nvSpPr>
          <p:cNvPr id="69" name="Text Placeholder 62">
            <a:extLst>
              <a:ext uri="{FF2B5EF4-FFF2-40B4-BE49-F238E27FC236}">
                <a16:creationId xmlns="" xmlns:a16="http://schemas.microsoft.com/office/drawing/2014/main" id="{DA1587F0-23BF-4FB8-B06C-2B0AA928E931}"/>
              </a:ext>
            </a:extLst>
          </p:cNvPr>
          <p:cNvSpPr>
            <a:spLocks noGrp="1"/>
          </p:cNvSpPr>
          <p:nvPr>
            <p:ph type="body" sz="quarter" idx="24" hasCustomPrompt="1"/>
          </p:nvPr>
        </p:nvSpPr>
        <p:spPr>
          <a:xfrm>
            <a:off x="9433112" y="3787288"/>
            <a:ext cx="1711325" cy="365760"/>
          </a:xfrm>
        </p:spPr>
        <p:txBody>
          <a:bodyPr>
            <a:noAutofit/>
          </a:bodyPr>
          <a:lstStyle>
            <a:lvl1pPr>
              <a:buNone/>
              <a:defRPr sz="2000" b="1"/>
            </a:lvl1pPr>
          </a:lstStyle>
          <a:p>
            <a:pPr lvl="0"/>
            <a:r>
              <a:rPr lang="en-US" dirty="0"/>
              <a:t>Name</a:t>
            </a:r>
          </a:p>
        </p:txBody>
      </p:sp>
      <p:sp>
        <p:nvSpPr>
          <p:cNvPr id="68" name="Text Placeholder 60">
            <a:extLst>
              <a:ext uri="{FF2B5EF4-FFF2-40B4-BE49-F238E27FC236}">
                <a16:creationId xmlns="" xmlns:a16="http://schemas.microsoft.com/office/drawing/2014/main" id="{565C0B22-B5E7-44BB-A17C-7FB5BB5D82BB}"/>
              </a:ext>
            </a:extLst>
          </p:cNvPr>
          <p:cNvSpPr>
            <a:spLocks noGrp="1"/>
          </p:cNvSpPr>
          <p:nvPr>
            <p:ph type="body" sz="quarter" idx="23" hasCustomPrompt="1"/>
          </p:nvPr>
        </p:nvSpPr>
        <p:spPr>
          <a:xfrm>
            <a:off x="9432346" y="4238814"/>
            <a:ext cx="1711572" cy="638175"/>
          </a:xfrm>
        </p:spPr>
        <p:txBody>
          <a:bodyPr>
            <a:noAutofit/>
          </a:bodyPr>
          <a:lstStyle>
            <a:lvl1pPr>
              <a:buNone/>
              <a:defRPr sz="1800"/>
            </a:lvl1pPr>
          </a:lstStyle>
          <a:p>
            <a:pPr lvl="0"/>
            <a:r>
              <a:rPr lang="en-US" dirty="0"/>
              <a:t>Title</a:t>
            </a:r>
          </a:p>
        </p:txBody>
      </p:sp>
      <p:sp>
        <p:nvSpPr>
          <p:cNvPr id="4" name="Date Placeholder 3">
            <a:extLst>
              <a:ext uri="{FF2B5EF4-FFF2-40B4-BE49-F238E27FC236}">
                <a16:creationId xmlns="" xmlns:a16="http://schemas.microsoft.com/office/drawing/2014/main" id="{D8661572-1A59-4E3B-BA65-3329E9468C69}"/>
              </a:ext>
            </a:extLst>
          </p:cNvPr>
          <p:cNvSpPr>
            <a:spLocks noGrp="1"/>
          </p:cNvSpPr>
          <p:nvPr>
            <p:ph type="dt" sz="half" idx="10"/>
          </p:nvPr>
        </p:nvSpPr>
        <p:spPr/>
        <p:txBody>
          <a:bodyPr>
            <a:noAutofit/>
          </a:bodyPr>
          <a:lstStyle/>
          <a:p>
            <a:r>
              <a:rPr lang="en-US" dirty="0"/>
              <a:t>Tuesday, February 2, 20XX</a:t>
            </a:r>
          </a:p>
        </p:txBody>
      </p:sp>
      <p:sp>
        <p:nvSpPr>
          <p:cNvPr id="5" name="Footer Placeholder 4">
            <a:extLst>
              <a:ext uri="{FF2B5EF4-FFF2-40B4-BE49-F238E27FC236}">
                <a16:creationId xmlns="" xmlns:a16="http://schemas.microsoft.com/office/drawing/2014/main" id="{AFEF84F1-99FE-4F0B-9E76-F581C2C1B6D9}"/>
              </a:ext>
            </a:extLst>
          </p:cNvPr>
          <p:cNvSpPr>
            <a:spLocks noGrp="1"/>
          </p:cNvSpPr>
          <p:nvPr>
            <p:ph type="ftr" sz="quarter" idx="11"/>
          </p:nvPr>
        </p:nvSpPr>
        <p:spPr/>
        <p:txBody>
          <a:bodyPr>
            <a:noAutofit/>
          </a:bodyPr>
          <a:lstStyle/>
          <a:p>
            <a:r>
              <a:rPr lang="en-US" dirty="0"/>
              <a:t>Sample Footer Text</a:t>
            </a:r>
          </a:p>
        </p:txBody>
      </p:sp>
      <p:sp>
        <p:nvSpPr>
          <p:cNvPr id="6" name="Slide Number Placeholder 5">
            <a:extLst>
              <a:ext uri="{FF2B5EF4-FFF2-40B4-BE49-F238E27FC236}">
                <a16:creationId xmlns="" xmlns:a16="http://schemas.microsoft.com/office/drawing/2014/main" id="{97B2D769-16B1-43C4-BF14-3175533511ED}"/>
              </a:ext>
            </a:extLst>
          </p:cNvPr>
          <p:cNvSpPr>
            <a:spLocks noGrp="1"/>
          </p:cNvSpPr>
          <p:nvPr>
            <p:ph type="sldNum" sz="quarter" idx="12"/>
          </p:nvPr>
        </p:nvSpPr>
        <p:spPr/>
        <p:txBody>
          <a:bodyPr>
            <a:noAutofit/>
          </a:bodyPr>
          <a:lstStyle/>
          <a:p>
            <a:fld id="{DBA1B0FB-D917-4C8C-928F-313BD683BF39}" type="slidenum">
              <a:rPr lang="en-US" smtClean="0"/>
              <a:pPr/>
              <a:t>‹#›</a:t>
            </a:fld>
            <a:endParaRPr lang="en-US" dirty="0"/>
          </a:p>
        </p:txBody>
      </p:sp>
    </p:spTree>
    <p:extLst>
      <p:ext uri="{BB962C8B-B14F-4D97-AF65-F5344CB8AC3E}">
        <p14:creationId xmlns="" xmlns:p14="http://schemas.microsoft.com/office/powerpoint/2010/main" val="371577698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11_Content 3 column">
    <p:spTree>
      <p:nvGrpSpPr>
        <p:cNvPr id="1" name=""/>
        <p:cNvGrpSpPr/>
        <p:nvPr/>
      </p:nvGrpSpPr>
      <p:grpSpPr>
        <a:xfrm>
          <a:off x="0" y="0"/>
          <a:ext cx="0" cy="0"/>
          <a:chOff x="0" y="0"/>
          <a:chExt cx="0" cy="0"/>
        </a:xfrm>
      </p:grpSpPr>
      <p:grpSp>
        <p:nvGrpSpPr>
          <p:cNvPr id="34" name="Group 33">
            <a:extLst>
              <a:ext uri="{FF2B5EF4-FFF2-40B4-BE49-F238E27FC236}">
                <a16:creationId xmlns="" xmlns:a16="http://schemas.microsoft.com/office/drawing/2014/main" id="{79DE9FAB-6BBA-4CFE-B67D-77B47F01ECA4}"/>
              </a:ext>
              <a:ext uri="{C183D7F6-B498-43B3-948B-1728B52AA6E4}">
                <adec:decorative xmlns="" xmlns:adec="http://schemas.microsoft.com/office/drawing/2017/decorative" val="1"/>
              </a:ext>
            </a:extLst>
          </p:cNvPr>
          <p:cNvGrpSpPr/>
          <p:nvPr/>
        </p:nvGrpSpPr>
        <p:grpSpPr>
          <a:xfrm>
            <a:off x="137933" y="5260967"/>
            <a:ext cx="1980001" cy="1363916"/>
            <a:chOff x="4879602" y="3781429"/>
            <a:chExt cx="1980001" cy="1363916"/>
          </a:xfrm>
        </p:grpSpPr>
        <p:sp>
          <p:nvSpPr>
            <p:cNvPr id="35" name="Freeform: Shape 34">
              <a:extLst>
                <a:ext uri="{FF2B5EF4-FFF2-40B4-BE49-F238E27FC236}">
                  <a16:creationId xmlns="" xmlns:a16="http://schemas.microsoft.com/office/drawing/2014/main" id="{79FAC916-D9BB-4794-81B4-7C47C67E850D}"/>
                </a:ext>
              </a:extLst>
            </p:cNvPr>
            <p:cNvSpPr>
              <a:spLocks noChangeAspect="1"/>
            </p:cNvSpPr>
            <p:nvPr/>
          </p:nvSpPr>
          <p:spPr>
            <a:xfrm rot="18900000" flipV="1">
              <a:off x="5005634" y="4191206"/>
              <a:ext cx="1853969" cy="926985"/>
            </a:xfrm>
            <a:custGeom>
              <a:avLst/>
              <a:gdLst>
                <a:gd name="connsiteX0" fmla="*/ 1329373 w 2658746"/>
                <a:gd name="connsiteY0" fmla="*/ 0 h 1329373"/>
                <a:gd name="connsiteX1" fmla="*/ 2658746 w 2658746"/>
                <a:gd name="connsiteY1" fmla="*/ 1329373 h 1329373"/>
                <a:gd name="connsiteX2" fmla="*/ 1994059 w 2658746"/>
                <a:gd name="connsiteY2" fmla="*/ 1329373 h 1329373"/>
                <a:gd name="connsiteX3" fmla="*/ 1329373 w 2658746"/>
                <a:gd name="connsiteY3" fmla="*/ 664687 h 1329373"/>
                <a:gd name="connsiteX4" fmla="*/ 664687 w 2658746"/>
                <a:gd name="connsiteY4" fmla="*/ 1329373 h 1329373"/>
                <a:gd name="connsiteX5" fmla="*/ 0 w 2658746"/>
                <a:gd name="connsiteY5" fmla="*/ 1329373 h 1329373"/>
                <a:gd name="connsiteX6" fmla="*/ 1329373 w 2658746"/>
                <a:gd name="connsiteY6" fmla="*/ 0 h 1329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8746" h="1329373">
                  <a:moveTo>
                    <a:pt x="1329373" y="0"/>
                  </a:moveTo>
                  <a:cubicBezTo>
                    <a:pt x="2063565" y="0"/>
                    <a:pt x="2658746" y="595181"/>
                    <a:pt x="2658746" y="1329373"/>
                  </a:cubicBezTo>
                  <a:lnTo>
                    <a:pt x="1994059" y="1329373"/>
                  </a:lnTo>
                  <a:cubicBezTo>
                    <a:pt x="1994059" y="962277"/>
                    <a:pt x="1696469" y="664687"/>
                    <a:pt x="1329373" y="664687"/>
                  </a:cubicBezTo>
                  <a:cubicBezTo>
                    <a:pt x="962277" y="664687"/>
                    <a:pt x="664687" y="962277"/>
                    <a:pt x="664687" y="1329373"/>
                  </a:cubicBezTo>
                  <a:lnTo>
                    <a:pt x="0" y="1329373"/>
                  </a:lnTo>
                  <a:cubicBezTo>
                    <a:pt x="0" y="595181"/>
                    <a:pt x="595181" y="0"/>
                    <a:pt x="1329373" y="0"/>
                  </a:cubicBezTo>
                  <a:close/>
                </a:path>
              </a:pathLst>
            </a:custGeom>
            <a:solidFill>
              <a:schemeClr val="bg2"/>
            </a:solidFill>
            <a:ln>
              <a:noFill/>
            </a:ln>
            <a:effectLst>
              <a:innerShdw blurRad="254000" dist="50800" dir="16200000">
                <a:schemeClr val="accent1">
                  <a:lumMod val="40000"/>
                  <a:lumOff val="60000"/>
                  <a:alpha val="4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36" name="Freeform: Shape 35">
              <a:extLst>
                <a:ext uri="{FF2B5EF4-FFF2-40B4-BE49-F238E27FC236}">
                  <a16:creationId xmlns="" xmlns:a16="http://schemas.microsoft.com/office/drawing/2014/main" id="{B5CA2231-7A65-4D16-8400-A210CC41DB73}"/>
                </a:ext>
              </a:extLst>
            </p:cNvPr>
            <p:cNvSpPr>
              <a:spLocks noChangeAspect="1"/>
            </p:cNvSpPr>
            <p:nvPr/>
          </p:nvSpPr>
          <p:spPr>
            <a:xfrm rot="18900000" flipV="1">
              <a:off x="4957101" y="4052255"/>
              <a:ext cx="1853969" cy="1093090"/>
            </a:xfrm>
            <a:custGeom>
              <a:avLst/>
              <a:gdLst>
                <a:gd name="connsiteX0" fmla="*/ 1329373 w 2658746"/>
                <a:gd name="connsiteY0" fmla="*/ 0 h 1329373"/>
                <a:gd name="connsiteX1" fmla="*/ 2658746 w 2658746"/>
                <a:gd name="connsiteY1" fmla="*/ 1329373 h 1329373"/>
                <a:gd name="connsiteX2" fmla="*/ 1994059 w 2658746"/>
                <a:gd name="connsiteY2" fmla="*/ 1329373 h 1329373"/>
                <a:gd name="connsiteX3" fmla="*/ 1329373 w 2658746"/>
                <a:gd name="connsiteY3" fmla="*/ 664687 h 1329373"/>
                <a:gd name="connsiteX4" fmla="*/ 664687 w 2658746"/>
                <a:gd name="connsiteY4" fmla="*/ 1329373 h 1329373"/>
                <a:gd name="connsiteX5" fmla="*/ 0 w 2658746"/>
                <a:gd name="connsiteY5" fmla="*/ 1329373 h 1329373"/>
                <a:gd name="connsiteX6" fmla="*/ 1329373 w 2658746"/>
                <a:gd name="connsiteY6" fmla="*/ 0 h 1329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8746" h="1329373">
                  <a:moveTo>
                    <a:pt x="1329373" y="0"/>
                  </a:moveTo>
                  <a:cubicBezTo>
                    <a:pt x="2063565" y="0"/>
                    <a:pt x="2658746" y="595181"/>
                    <a:pt x="2658746" y="1329373"/>
                  </a:cubicBezTo>
                  <a:lnTo>
                    <a:pt x="1994059" y="1329373"/>
                  </a:lnTo>
                  <a:cubicBezTo>
                    <a:pt x="1994059" y="962277"/>
                    <a:pt x="1696469" y="664687"/>
                    <a:pt x="1329373" y="664687"/>
                  </a:cubicBezTo>
                  <a:cubicBezTo>
                    <a:pt x="962277" y="664687"/>
                    <a:pt x="664687" y="962277"/>
                    <a:pt x="664687" y="1329373"/>
                  </a:cubicBezTo>
                  <a:lnTo>
                    <a:pt x="0" y="1329373"/>
                  </a:lnTo>
                  <a:cubicBezTo>
                    <a:pt x="0" y="595181"/>
                    <a:pt x="595181" y="0"/>
                    <a:pt x="1329373" y="0"/>
                  </a:cubicBezTo>
                  <a:close/>
                </a:path>
              </a:pathLst>
            </a:custGeom>
            <a:solidFill>
              <a:schemeClr val="bg2">
                <a:lumMod val="50000"/>
                <a:lumOff val="50000"/>
                <a:alpha val="40000"/>
              </a:schemeClr>
            </a:solidFill>
            <a:ln>
              <a:noFill/>
            </a:ln>
            <a:effectLst>
              <a:softEdge rad="190500"/>
            </a:effectLst>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tx1"/>
                </a:solidFill>
              </a:endParaRPr>
            </a:p>
          </p:txBody>
        </p:sp>
        <p:sp>
          <p:nvSpPr>
            <p:cNvPr id="37" name="Oval 36">
              <a:extLst>
                <a:ext uri="{FF2B5EF4-FFF2-40B4-BE49-F238E27FC236}">
                  <a16:creationId xmlns="" xmlns:a16="http://schemas.microsoft.com/office/drawing/2014/main" id="{4B089C8C-B82B-4704-88E2-E857A5E21529}"/>
                </a:ext>
              </a:extLst>
            </p:cNvPr>
            <p:cNvSpPr/>
            <p:nvPr/>
          </p:nvSpPr>
          <p:spPr>
            <a:xfrm rot="13500000" flipV="1">
              <a:off x="6040374" y="3601683"/>
              <a:ext cx="107098" cy="466589"/>
            </a:xfrm>
            <a:prstGeom prst="ellipse">
              <a:avLst/>
            </a:prstGeom>
            <a:solidFill>
              <a:schemeClr val="bg2">
                <a:lumMod val="90000"/>
                <a:lumOff val="10000"/>
              </a:schemeClr>
            </a:solidFill>
            <a:ln>
              <a:noFill/>
            </a:ln>
            <a:effectLst>
              <a:innerShdw blurRad="635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38" name="Oval 37">
              <a:extLst>
                <a:ext uri="{FF2B5EF4-FFF2-40B4-BE49-F238E27FC236}">
                  <a16:creationId xmlns="" xmlns:a16="http://schemas.microsoft.com/office/drawing/2014/main" id="{434B90C8-5B4D-456E-AD99-80EF748FDD72}"/>
                </a:ext>
              </a:extLst>
            </p:cNvPr>
            <p:cNvSpPr/>
            <p:nvPr/>
          </p:nvSpPr>
          <p:spPr>
            <a:xfrm rot="13500000" flipV="1">
              <a:off x="5059348" y="4582709"/>
              <a:ext cx="107098" cy="466589"/>
            </a:xfrm>
            <a:prstGeom prst="ellipse">
              <a:avLst/>
            </a:prstGeom>
            <a:solidFill>
              <a:schemeClr val="bg2">
                <a:lumMod val="90000"/>
                <a:lumOff val="10000"/>
              </a:schemeClr>
            </a:solidFill>
            <a:ln>
              <a:noFill/>
            </a:ln>
            <a:effectLst>
              <a:innerShdw blurRad="635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grpSp>
      <p:sp>
        <p:nvSpPr>
          <p:cNvPr id="19" name="Freeform: Shape 18">
            <a:extLst>
              <a:ext uri="{FF2B5EF4-FFF2-40B4-BE49-F238E27FC236}">
                <a16:creationId xmlns="" xmlns:a16="http://schemas.microsoft.com/office/drawing/2014/main" id="{82184FF4-7029-4ED7-813A-192E60608764}"/>
              </a:ext>
              <a:ext uri="{C183D7F6-B498-43B3-948B-1728B52AA6E4}">
                <adec:decorative xmlns="" xmlns:adec="http://schemas.microsoft.com/office/drawing/2017/decorative" val="1"/>
              </a:ext>
            </a:extLst>
          </p:cNvPr>
          <p:cNvSpPr>
            <a:spLocks noChangeAspect="1"/>
          </p:cNvSpPr>
          <p:nvPr/>
        </p:nvSpPr>
        <p:spPr>
          <a:xfrm rot="2700000">
            <a:off x="10834944" y="171269"/>
            <a:ext cx="1080000" cy="1262947"/>
          </a:xfrm>
          <a:custGeom>
            <a:avLst/>
            <a:gdLst>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0 w 1080000"/>
              <a:gd name="connsiteY9" fmla="*/ 931034 h 1262947"/>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540000 w 1080000"/>
              <a:gd name="connsiteY9" fmla="*/ 0 h 1262947"/>
              <a:gd name="connsiteX0" fmla="*/ 540000 w 1080000"/>
              <a:gd name="connsiteY0" fmla="*/ 0 h 1262947"/>
              <a:gd name="connsiteX1" fmla="*/ 1064374 w 1080000"/>
              <a:gd name="connsiteY1" fmla="*/ 931034 h 1262947"/>
              <a:gd name="connsiteX2" fmla="*/ 1069029 w 1080000"/>
              <a:gd name="connsiteY2" fmla="*/ 938533 h 1262947"/>
              <a:gd name="connsiteX3" fmla="*/ 1080000 w 1080000"/>
              <a:gd name="connsiteY3" fmla="*/ 992947 h 1262947"/>
              <a:gd name="connsiteX4" fmla="*/ 540000 w 1080000"/>
              <a:gd name="connsiteY4" fmla="*/ 1262947 h 1262947"/>
              <a:gd name="connsiteX5" fmla="*/ 0 w 1080000"/>
              <a:gd name="connsiteY5" fmla="*/ 992947 h 1262947"/>
              <a:gd name="connsiteX6" fmla="*/ 10971 w 1080000"/>
              <a:gd name="connsiteY6" fmla="*/ 938533 h 1262947"/>
              <a:gd name="connsiteX7" fmla="*/ 15626 w 1080000"/>
              <a:gd name="connsiteY7" fmla="*/ 931034 h 1262947"/>
              <a:gd name="connsiteX8" fmla="*/ 540000 w 1080000"/>
              <a:gd name="connsiteY8" fmla="*/ 0 h 1262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80000" h="1262947">
                <a:moveTo>
                  <a:pt x="540000" y="0"/>
                </a:moveTo>
                <a:lnTo>
                  <a:pt x="1064374" y="931034"/>
                </a:lnTo>
                <a:lnTo>
                  <a:pt x="1069029" y="938533"/>
                </a:lnTo>
                <a:cubicBezTo>
                  <a:pt x="1076223" y="956109"/>
                  <a:pt x="1080000" y="974307"/>
                  <a:pt x="1080000" y="992947"/>
                </a:cubicBezTo>
                <a:cubicBezTo>
                  <a:pt x="1080000" y="1142064"/>
                  <a:pt x="838234" y="1262947"/>
                  <a:pt x="540000" y="1262947"/>
                </a:cubicBezTo>
                <a:cubicBezTo>
                  <a:pt x="241766" y="1262947"/>
                  <a:pt x="0" y="1142064"/>
                  <a:pt x="0" y="992947"/>
                </a:cubicBezTo>
                <a:cubicBezTo>
                  <a:pt x="0" y="974307"/>
                  <a:pt x="3778" y="956109"/>
                  <a:pt x="10971" y="938533"/>
                </a:cubicBezTo>
                <a:lnTo>
                  <a:pt x="15626" y="931034"/>
                </a:lnTo>
                <a:lnTo>
                  <a:pt x="540000" y="0"/>
                </a:lnTo>
                <a:close/>
              </a:path>
            </a:pathLst>
          </a:custGeom>
          <a:gradFill>
            <a:gsLst>
              <a:gs pos="60000">
                <a:schemeClr val="bg2">
                  <a:lumMod val="90000"/>
                  <a:lumOff val="10000"/>
                </a:schemeClr>
              </a:gs>
              <a:gs pos="30000">
                <a:schemeClr val="bg2">
                  <a:lumMod val="90000"/>
                  <a:lumOff val="10000"/>
                </a:schemeClr>
              </a:gs>
              <a:gs pos="40000">
                <a:schemeClr val="bg2">
                  <a:lumMod val="75000"/>
                  <a:lumOff val="25000"/>
                </a:schemeClr>
              </a:gs>
              <a:gs pos="100000">
                <a:schemeClr val="bg2"/>
              </a:gs>
            </a:gsLst>
            <a:lin ang="600000" scaled="0"/>
          </a:gradFill>
          <a:ln>
            <a:noFill/>
          </a:ln>
          <a:effectLst>
            <a:innerShdw blurRad="254000" dist="101600" dir="2700000">
              <a:schemeClr val="accent1">
                <a:lumMod val="60000"/>
                <a:lumOff val="40000"/>
                <a:alpha val="4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20" name="Oval 19">
            <a:extLst>
              <a:ext uri="{FF2B5EF4-FFF2-40B4-BE49-F238E27FC236}">
                <a16:creationId xmlns="" xmlns:a16="http://schemas.microsoft.com/office/drawing/2014/main" id="{AAA7AB09-557C-41AD-9113-FF9F68FA1035}"/>
              </a:ext>
              <a:ext uri="{C183D7F6-B498-43B3-948B-1728B52AA6E4}">
                <adec:decorative xmlns="" xmlns:adec="http://schemas.microsoft.com/office/drawing/2017/decorative" val="1"/>
              </a:ext>
            </a:extLst>
          </p:cNvPr>
          <p:cNvSpPr/>
          <p:nvPr/>
        </p:nvSpPr>
        <p:spPr>
          <a:xfrm rot="8100000">
            <a:off x="10849344" y="518342"/>
            <a:ext cx="540000" cy="1080000"/>
          </a:xfrm>
          <a:prstGeom prst="ellipse">
            <a:avLst/>
          </a:prstGeom>
          <a:gradFill>
            <a:gsLst>
              <a:gs pos="100000">
                <a:schemeClr val="bg2">
                  <a:lumMod val="90000"/>
                  <a:lumOff val="10000"/>
                </a:schemeClr>
              </a:gs>
              <a:gs pos="50000">
                <a:schemeClr val="bg2">
                  <a:lumMod val="95000"/>
                  <a:lumOff val="5000"/>
                </a:schemeClr>
              </a:gs>
            </a:gsLst>
            <a:lin ang="5400000" scaled="0"/>
          </a:gradFill>
          <a:ln>
            <a:noFill/>
          </a:ln>
          <a:effectLst>
            <a:innerShdw blurRad="12700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25" name="Oval 24">
            <a:extLst>
              <a:ext uri="{FF2B5EF4-FFF2-40B4-BE49-F238E27FC236}">
                <a16:creationId xmlns="" xmlns:a16="http://schemas.microsoft.com/office/drawing/2014/main" id="{EF99ECAA-1F11-4937-BBA6-51935AB44C9D}"/>
              </a:ext>
              <a:ext uri="{C183D7F6-B498-43B3-948B-1728B52AA6E4}">
                <adec:decorative xmlns="" xmlns:adec="http://schemas.microsoft.com/office/drawing/2017/decorative" val="1"/>
              </a:ext>
            </a:extLst>
          </p:cNvPr>
          <p:cNvSpPr>
            <a:spLocks noChangeAspect="1"/>
          </p:cNvSpPr>
          <p:nvPr/>
        </p:nvSpPr>
        <p:spPr>
          <a:xfrm>
            <a:off x="1800803" y="2472855"/>
            <a:ext cx="360000" cy="360000"/>
          </a:xfrm>
          <a:prstGeom prst="ellipse">
            <a:avLst/>
          </a:prstGeom>
          <a:gradFill flip="none" rotWithShape="1">
            <a:gsLst>
              <a:gs pos="100000">
                <a:schemeClr val="bg2">
                  <a:lumMod val="50000"/>
                  <a:lumOff val="50000"/>
                </a:schemeClr>
              </a:gs>
              <a:gs pos="60000">
                <a:schemeClr val="bg2"/>
              </a:gs>
            </a:gsLst>
            <a:path path="circle">
              <a:fillToRect l="100000" b="100000"/>
            </a:path>
            <a:tileRect t="-100000" r="-100000"/>
          </a:gradFill>
          <a:ln>
            <a:noFill/>
          </a:ln>
          <a:effectLst>
            <a:innerShdw blurRad="127000" dist="63500" dir="2700000">
              <a:schemeClr val="accent1">
                <a:lumMod val="60000"/>
                <a:lumOff val="40000"/>
                <a:alpha val="20000"/>
              </a:schemeClr>
            </a:innerShdw>
            <a:softEdge rad="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15" name="Title 1">
            <a:extLst>
              <a:ext uri="{FF2B5EF4-FFF2-40B4-BE49-F238E27FC236}">
                <a16:creationId xmlns="" xmlns:a16="http://schemas.microsoft.com/office/drawing/2014/main" id="{EBCCE83C-72C8-4181-8D03-7CFB23A6FF2D}"/>
              </a:ext>
            </a:extLst>
          </p:cNvPr>
          <p:cNvSpPr>
            <a:spLocks noGrp="1"/>
          </p:cNvSpPr>
          <p:nvPr>
            <p:ph type="title"/>
          </p:nvPr>
        </p:nvSpPr>
        <p:spPr>
          <a:xfrm>
            <a:off x="550863" y="549275"/>
            <a:ext cx="11097551" cy="1332000"/>
          </a:xfrm>
        </p:spPr>
        <p:txBody>
          <a:bodyPr vert="horz" wrap="square" lIns="0" tIns="0" rIns="0" bIns="0" rtlCol="0" anchor="t" anchorCtr="0">
            <a:noAutofit/>
          </a:bodyPr>
          <a:lstStyle>
            <a:lvl1pPr>
              <a:defRPr lang="en-US" sz="4800" dirty="0"/>
            </a:lvl1pPr>
          </a:lstStyle>
          <a:p>
            <a:pPr lvl="0">
              <a:lnSpc>
                <a:spcPct val="100000"/>
              </a:lnSpc>
            </a:pPr>
            <a:r>
              <a:rPr lang="en-US" dirty="0"/>
              <a:t>Click to edit Master title style</a:t>
            </a:r>
          </a:p>
        </p:txBody>
      </p:sp>
      <p:sp>
        <p:nvSpPr>
          <p:cNvPr id="16" name="Text Placeholder 2">
            <a:extLst>
              <a:ext uri="{FF2B5EF4-FFF2-40B4-BE49-F238E27FC236}">
                <a16:creationId xmlns="" xmlns:a16="http://schemas.microsoft.com/office/drawing/2014/main" id="{C6FCDFCC-38D1-43A4-918F-491DBA6B2CF6}"/>
              </a:ext>
            </a:extLst>
          </p:cNvPr>
          <p:cNvSpPr>
            <a:spLocks noGrp="1"/>
          </p:cNvSpPr>
          <p:nvPr>
            <p:ph type="body" idx="1"/>
          </p:nvPr>
        </p:nvSpPr>
        <p:spPr>
          <a:xfrm>
            <a:off x="550864" y="1731375"/>
            <a:ext cx="3563936" cy="535354"/>
          </a:xfrm>
        </p:spPr>
        <p:txBody>
          <a:bodyPr anchor="b">
            <a:noAutofit/>
          </a:bodyPr>
          <a:lstStyle>
            <a:lvl1pPr marL="0" indent="0">
              <a:buNone/>
              <a:defRPr sz="2000" b="0" cap="all" spc="200" baseline="0">
                <a:solidFill>
                  <a:schemeClr val="tx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a:t>
            </a:r>
          </a:p>
        </p:txBody>
      </p:sp>
      <p:sp>
        <p:nvSpPr>
          <p:cNvPr id="17" name="Content Placeholder 3">
            <a:extLst>
              <a:ext uri="{FF2B5EF4-FFF2-40B4-BE49-F238E27FC236}">
                <a16:creationId xmlns="" xmlns:a16="http://schemas.microsoft.com/office/drawing/2014/main" id="{8A9CB740-8581-4D62-8481-7ECBBEDA7219}"/>
              </a:ext>
            </a:extLst>
          </p:cNvPr>
          <p:cNvSpPr>
            <a:spLocks noGrp="1"/>
          </p:cNvSpPr>
          <p:nvPr>
            <p:ph sz="half" idx="2"/>
          </p:nvPr>
        </p:nvSpPr>
        <p:spPr>
          <a:xfrm>
            <a:off x="559476" y="2432305"/>
            <a:ext cx="3563936" cy="3515555"/>
          </a:xfrm>
        </p:spPr>
        <p:txBody>
          <a:bodyPr>
            <a:noAutofit/>
          </a:bodyPr>
          <a:lstStyle>
            <a:lvl1pPr>
              <a:defRPr sz="1800"/>
            </a:lvl1pPr>
            <a:lvl2pPr>
              <a:defRPr sz="1800"/>
            </a:lvl2pPr>
            <a:lvl3pPr>
              <a:defRPr sz="1800"/>
            </a:lvl3pPr>
            <a:lvl4pPr>
              <a:defRPr sz="1800"/>
            </a:lvl4pPr>
            <a:lvl5pPr>
              <a:defRPr sz="18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2" name="Text Placeholder 4">
            <a:extLst>
              <a:ext uri="{FF2B5EF4-FFF2-40B4-BE49-F238E27FC236}">
                <a16:creationId xmlns="" xmlns:a16="http://schemas.microsoft.com/office/drawing/2014/main" id="{AB16E493-D962-46EC-BBB8-D7E68A640438}"/>
              </a:ext>
            </a:extLst>
          </p:cNvPr>
          <p:cNvSpPr>
            <a:spLocks noGrp="1"/>
          </p:cNvSpPr>
          <p:nvPr>
            <p:ph type="body" sz="quarter" idx="13"/>
          </p:nvPr>
        </p:nvSpPr>
        <p:spPr>
          <a:xfrm>
            <a:off x="4341573" y="1731375"/>
            <a:ext cx="3566160" cy="535354"/>
          </a:xfrm>
        </p:spPr>
        <p:txBody>
          <a:bodyPr vert="horz" wrap="square" lIns="0" tIns="0" rIns="0" bIns="0" rtlCol="0" anchor="b">
            <a:noAutofit/>
          </a:bodyPr>
          <a:lstStyle>
            <a:lvl1pPr>
              <a:buNone/>
              <a:defRPr lang="en-US" sz="2000" b="0" cap="all" spc="200" baseline="0" dirty="0">
                <a:solidFill>
                  <a:schemeClr val="tx1"/>
                </a:solidFill>
              </a:defRPr>
            </a:lvl1pPr>
          </a:lstStyle>
          <a:p>
            <a:pPr marL="228600" lvl="0" indent="-228600"/>
            <a:r>
              <a:rPr lang="en-US" dirty="0"/>
              <a:t>Click to edit</a:t>
            </a:r>
          </a:p>
        </p:txBody>
      </p:sp>
      <p:sp>
        <p:nvSpPr>
          <p:cNvPr id="23" name="Content Placeholder 5">
            <a:extLst>
              <a:ext uri="{FF2B5EF4-FFF2-40B4-BE49-F238E27FC236}">
                <a16:creationId xmlns="" xmlns:a16="http://schemas.microsoft.com/office/drawing/2014/main" id="{88CC7C67-1BA6-42A6-B9D3-8EDF70A3DB38}"/>
              </a:ext>
            </a:extLst>
          </p:cNvPr>
          <p:cNvSpPr>
            <a:spLocks noGrp="1"/>
          </p:cNvSpPr>
          <p:nvPr>
            <p:ph sz="quarter" idx="14"/>
          </p:nvPr>
        </p:nvSpPr>
        <p:spPr>
          <a:xfrm>
            <a:off x="4341573" y="2427372"/>
            <a:ext cx="3508755" cy="3515555"/>
          </a:xfrm>
        </p:spPr>
        <p:txBody>
          <a:bodyPr>
            <a:noAutofit/>
          </a:bodyPr>
          <a:lstStyle>
            <a:lvl1pPr>
              <a:defRPr sz="1700"/>
            </a:lvl1pPr>
            <a:lvl2pPr>
              <a:defRPr sz="1700"/>
            </a:lvl2pPr>
            <a:lvl3pPr>
              <a:defRPr sz="1700"/>
            </a:lvl3pPr>
            <a:lvl4pPr>
              <a:defRPr sz="1700"/>
            </a:lvl4pPr>
            <a:lvl5pPr>
              <a:defRPr sz="17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Text Placeholder 4">
            <a:extLst>
              <a:ext uri="{FF2B5EF4-FFF2-40B4-BE49-F238E27FC236}">
                <a16:creationId xmlns="" xmlns:a16="http://schemas.microsoft.com/office/drawing/2014/main" id="{C17092A6-D0E6-4EF2-B3B8-AE35438D4D77}"/>
              </a:ext>
            </a:extLst>
          </p:cNvPr>
          <p:cNvSpPr>
            <a:spLocks noGrp="1"/>
          </p:cNvSpPr>
          <p:nvPr>
            <p:ph type="body" sz="quarter" idx="3" hasCustomPrompt="1"/>
          </p:nvPr>
        </p:nvSpPr>
        <p:spPr>
          <a:xfrm>
            <a:off x="8139659" y="1731375"/>
            <a:ext cx="3566160" cy="535354"/>
          </a:xfrm>
        </p:spPr>
        <p:txBody>
          <a:bodyPr vert="horz" wrap="square" lIns="0" tIns="0" rIns="0" bIns="0" rtlCol="0" anchor="b">
            <a:noAutofit/>
          </a:bodyPr>
          <a:lstStyle>
            <a:lvl1pPr>
              <a:buNone/>
              <a:defRPr lang="en-US" sz="2000" b="0" cap="all" spc="200" baseline="0" dirty="0">
                <a:solidFill>
                  <a:schemeClr val="tx1"/>
                </a:solidFill>
              </a:defRPr>
            </a:lvl1pPr>
          </a:lstStyle>
          <a:p>
            <a:pPr marL="228600" lvl="0" indent="-228600"/>
            <a:r>
              <a:rPr lang="en-US" dirty="0"/>
              <a:t>Click to EDIT</a:t>
            </a:r>
          </a:p>
        </p:txBody>
      </p:sp>
      <p:sp>
        <p:nvSpPr>
          <p:cNvPr id="21" name="Content Placeholder 5">
            <a:extLst>
              <a:ext uri="{FF2B5EF4-FFF2-40B4-BE49-F238E27FC236}">
                <a16:creationId xmlns="" xmlns:a16="http://schemas.microsoft.com/office/drawing/2014/main" id="{4534254A-2561-400F-87CB-18A8D3538124}"/>
              </a:ext>
            </a:extLst>
          </p:cNvPr>
          <p:cNvSpPr>
            <a:spLocks noGrp="1"/>
          </p:cNvSpPr>
          <p:nvPr>
            <p:ph sz="quarter" idx="4"/>
          </p:nvPr>
        </p:nvSpPr>
        <p:spPr>
          <a:xfrm>
            <a:off x="8139660" y="2427372"/>
            <a:ext cx="3508755" cy="3515555"/>
          </a:xfrm>
        </p:spPr>
        <p:txBody>
          <a:bodyPr>
            <a:noAutofit/>
          </a:bodyPr>
          <a:lstStyle>
            <a:lvl1pPr>
              <a:defRPr sz="1700"/>
            </a:lvl1pPr>
            <a:lvl2pPr>
              <a:defRPr sz="1700"/>
            </a:lvl2pPr>
            <a:lvl3pPr>
              <a:defRPr sz="1700"/>
            </a:lvl3pPr>
            <a:lvl4pPr>
              <a:defRPr sz="1700"/>
            </a:lvl4pPr>
            <a:lvl5pPr>
              <a:defRPr sz="17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 xmlns:a16="http://schemas.microsoft.com/office/drawing/2014/main" id="{8B1BC074-1090-47AF-BDE8-3859BF574BA6}"/>
              </a:ext>
            </a:extLst>
          </p:cNvPr>
          <p:cNvSpPr>
            <a:spLocks noGrp="1"/>
          </p:cNvSpPr>
          <p:nvPr>
            <p:ph type="dt" sz="half" idx="10"/>
          </p:nvPr>
        </p:nvSpPr>
        <p:spPr/>
        <p:txBody>
          <a:bodyPr>
            <a:noAutofit/>
          </a:bodyPr>
          <a:lstStyle/>
          <a:p>
            <a:r>
              <a:rPr lang="en-US" dirty="0"/>
              <a:t>Tuesday, February 2, 20XX</a:t>
            </a:r>
          </a:p>
        </p:txBody>
      </p:sp>
      <p:sp>
        <p:nvSpPr>
          <p:cNvPr id="5" name="Footer Placeholder 4">
            <a:extLst>
              <a:ext uri="{FF2B5EF4-FFF2-40B4-BE49-F238E27FC236}">
                <a16:creationId xmlns="" xmlns:a16="http://schemas.microsoft.com/office/drawing/2014/main" id="{F1D6522F-D41A-4734-8BD1-BD6E5A37D04C}"/>
              </a:ext>
            </a:extLst>
          </p:cNvPr>
          <p:cNvSpPr>
            <a:spLocks noGrp="1"/>
          </p:cNvSpPr>
          <p:nvPr>
            <p:ph type="ftr" sz="quarter" idx="11"/>
          </p:nvPr>
        </p:nvSpPr>
        <p:spPr/>
        <p:txBody>
          <a:bodyPr>
            <a:noAutofit/>
          </a:bodyPr>
          <a:lstStyle/>
          <a:p>
            <a:r>
              <a:rPr lang="en-US" dirty="0"/>
              <a:t>Sample Footer Text</a:t>
            </a:r>
          </a:p>
        </p:txBody>
      </p:sp>
      <p:sp>
        <p:nvSpPr>
          <p:cNvPr id="6" name="Slide Number Placeholder 5">
            <a:extLst>
              <a:ext uri="{FF2B5EF4-FFF2-40B4-BE49-F238E27FC236}">
                <a16:creationId xmlns="" xmlns:a16="http://schemas.microsoft.com/office/drawing/2014/main" id="{D74D4206-406C-42A3-BBD4-44C043180931}"/>
              </a:ext>
            </a:extLst>
          </p:cNvPr>
          <p:cNvSpPr>
            <a:spLocks noGrp="1"/>
          </p:cNvSpPr>
          <p:nvPr>
            <p:ph type="sldNum" sz="quarter" idx="12"/>
          </p:nvPr>
        </p:nvSpPr>
        <p:spPr/>
        <p:txBody>
          <a:bodyPr>
            <a:noAutofit/>
          </a:bodyPr>
          <a:lstStyle/>
          <a:p>
            <a:fld id="{DBA1B0FB-D917-4C8C-928F-313BD683BF39}" type="slidenum">
              <a:rPr lang="en-US" smtClean="0"/>
              <a:pPr/>
              <a:t>‹#›</a:t>
            </a:fld>
            <a:endParaRPr lang="en-US" dirty="0"/>
          </a:p>
        </p:txBody>
      </p:sp>
    </p:spTree>
    <p:extLst>
      <p:ext uri="{BB962C8B-B14F-4D97-AF65-F5344CB8AC3E}">
        <p14:creationId xmlns="" xmlns:p14="http://schemas.microsoft.com/office/powerpoint/2010/main" val="2285207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4_Introduction">
    <p:spTree>
      <p:nvGrpSpPr>
        <p:cNvPr id="1" name=""/>
        <p:cNvGrpSpPr/>
        <p:nvPr/>
      </p:nvGrpSpPr>
      <p:grpSpPr>
        <a:xfrm>
          <a:off x="0" y="0"/>
          <a:ext cx="0" cy="0"/>
          <a:chOff x="0" y="0"/>
          <a:chExt cx="0" cy="0"/>
        </a:xfrm>
      </p:grpSpPr>
      <p:sp>
        <p:nvSpPr>
          <p:cNvPr id="9" name="Title 1">
            <a:extLst>
              <a:ext uri="{FF2B5EF4-FFF2-40B4-BE49-F238E27FC236}">
                <a16:creationId xmlns="" xmlns:a16="http://schemas.microsoft.com/office/drawing/2014/main" id="{A458B3A1-C77D-4AFC-B2C8-79520B53C452}"/>
              </a:ext>
            </a:extLst>
          </p:cNvPr>
          <p:cNvSpPr>
            <a:spLocks noGrp="1"/>
          </p:cNvSpPr>
          <p:nvPr>
            <p:ph type="title"/>
          </p:nvPr>
        </p:nvSpPr>
        <p:spPr>
          <a:xfrm>
            <a:off x="550863" y="4507202"/>
            <a:ext cx="4500563" cy="1562959"/>
          </a:xfrm>
        </p:spPr>
        <p:txBody>
          <a:bodyPr wrap="square" anchor="t" anchorCtr="0">
            <a:noAutofit/>
          </a:bodyPr>
          <a:lstStyle/>
          <a:p>
            <a:endParaRPr lang="en-US" dirty="0"/>
          </a:p>
        </p:txBody>
      </p:sp>
      <p:sp>
        <p:nvSpPr>
          <p:cNvPr id="12" name="Picture Placeholder 11">
            <a:extLst>
              <a:ext uri="{FF2B5EF4-FFF2-40B4-BE49-F238E27FC236}">
                <a16:creationId xmlns="" xmlns:a16="http://schemas.microsoft.com/office/drawing/2014/main" id="{F551DA26-B267-4F28-B4D0-65B3EF6E1112}"/>
              </a:ext>
            </a:extLst>
          </p:cNvPr>
          <p:cNvSpPr>
            <a:spLocks noGrp="1"/>
          </p:cNvSpPr>
          <p:nvPr>
            <p:ph type="pic" sz="quarter" idx="13"/>
          </p:nvPr>
        </p:nvSpPr>
        <p:spPr>
          <a:xfrm>
            <a:off x="0" y="0"/>
            <a:ext cx="3054096" cy="3776472"/>
          </a:xfrm>
          <a:solidFill>
            <a:schemeClr val="accent5"/>
          </a:solidFill>
        </p:spPr>
        <p:txBody>
          <a:bodyPr>
            <a:noAutofit/>
          </a:bodyPr>
          <a:lstStyle/>
          <a:p>
            <a:endParaRPr lang="en-US" dirty="0"/>
          </a:p>
        </p:txBody>
      </p:sp>
      <p:sp>
        <p:nvSpPr>
          <p:cNvPr id="18" name="Picture Placeholder 11">
            <a:extLst>
              <a:ext uri="{FF2B5EF4-FFF2-40B4-BE49-F238E27FC236}">
                <a16:creationId xmlns="" xmlns:a16="http://schemas.microsoft.com/office/drawing/2014/main" id="{95544A62-DA23-4840-99DE-09AFC8F4DC48}"/>
              </a:ext>
            </a:extLst>
          </p:cNvPr>
          <p:cNvSpPr>
            <a:spLocks noGrp="1"/>
          </p:cNvSpPr>
          <p:nvPr>
            <p:ph type="pic" sz="quarter" idx="14"/>
          </p:nvPr>
        </p:nvSpPr>
        <p:spPr>
          <a:xfrm>
            <a:off x="3054096" y="0"/>
            <a:ext cx="3054096" cy="3776472"/>
          </a:xfrm>
          <a:solidFill>
            <a:schemeClr val="accent5"/>
          </a:solidFill>
        </p:spPr>
        <p:txBody>
          <a:bodyPr>
            <a:noAutofit/>
          </a:bodyPr>
          <a:lstStyle/>
          <a:p>
            <a:endParaRPr lang="en-US" dirty="0"/>
          </a:p>
        </p:txBody>
      </p:sp>
      <p:sp>
        <p:nvSpPr>
          <p:cNvPr id="19" name="Picture Placeholder 11">
            <a:extLst>
              <a:ext uri="{FF2B5EF4-FFF2-40B4-BE49-F238E27FC236}">
                <a16:creationId xmlns="" xmlns:a16="http://schemas.microsoft.com/office/drawing/2014/main" id="{0C91AF30-C5BB-4601-BDEB-E60C93A16933}"/>
              </a:ext>
            </a:extLst>
          </p:cNvPr>
          <p:cNvSpPr>
            <a:spLocks noGrp="1"/>
          </p:cNvSpPr>
          <p:nvPr>
            <p:ph type="pic" sz="quarter" idx="15"/>
          </p:nvPr>
        </p:nvSpPr>
        <p:spPr>
          <a:xfrm>
            <a:off x="6083808" y="0"/>
            <a:ext cx="3054096" cy="3776472"/>
          </a:xfrm>
          <a:solidFill>
            <a:schemeClr val="accent5"/>
          </a:solidFill>
        </p:spPr>
        <p:txBody>
          <a:bodyPr>
            <a:noAutofit/>
          </a:bodyPr>
          <a:lstStyle/>
          <a:p>
            <a:endParaRPr lang="en-US" dirty="0"/>
          </a:p>
        </p:txBody>
      </p:sp>
      <p:sp>
        <p:nvSpPr>
          <p:cNvPr id="20" name="Picture Placeholder 11">
            <a:extLst>
              <a:ext uri="{FF2B5EF4-FFF2-40B4-BE49-F238E27FC236}">
                <a16:creationId xmlns="" xmlns:a16="http://schemas.microsoft.com/office/drawing/2014/main" id="{5B625AA5-EA5B-4115-A461-DA2C7087D83E}"/>
              </a:ext>
            </a:extLst>
          </p:cNvPr>
          <p:cNvSpPr>
            <a:spLocks noGrp="1"/>
          </p:cNvSpPr>
          <p:nvPr>
            <p:ph type="pic" sz="quarter" idx="16"/>
          </p:nvPr>
        </p:nvSpPr>
        <p:spPr>
          <a:xfrm>
            <a:off x="9137904" y="0"/>
            <a:ext cx="3054096" cy="3776472"/>
          </a:xfrm>
          <a:solidFill>
            <a:schemeClr val="accent5"/>
          </a:solidFill>
        </p:spPr>
        <p:txBody>
          <a:bodyPr>
            <a:noAutofit/>
          </a:bodyPr>
          <a:lstStyle/>
          <a:p>
            <a:endParaRPr lang="en-US" dirty="0"/>
          </a:p>
        </p:txBody>
      </p:sp>
      <p:sp>
        <p:nvSpPr>
          <p:cNvPr id="2" name="Date Placeholder 1">
            <a:extLst>
              <a:ext uri="{FF2B5EF4-FFF2-40B4-BE49-F238E27FC236}">
                <a16:creationId xmlns="" xmlns:a16="http://schemas.microsoft.com/office/drawing/2014/main" id="{AB81B449-7B97-41DC-B23F-65EDCBD316A6}"/>
              </a:ext>
            </a:extLst>
          </p:cNvPr>
          <p:cNvSpPr>
            <a:spLocks noGrp="1"/>
          </p:cNvSpPr>
          <p:nvPr>
            <p:ph type="dt" sz="half" idx="10"/>
          </p:nvPr>
        </p:nvSpPr>
        <p:spPr/>
        <p:txBody>
          <a:bodyPr>
            <a:noAutofit/>
          </a:bodyPr>
          <a:lstStyle/>
          <a:p>
            <a:r>
              <a:rPr lang="en-US" dirty="0"/>
              <a:t>Tuesday, February 2, 20XX</a:t>
            </a:r>
          </a:p>
        </p:txBody>
      </p:sp>
      <p:sp>
        <p:nvSpPr>
          <p:cNvPr id="3" name="Footer Placeholder 2">
            <a:extLst>
              <a:ext uri="{FF2B5EF4-FFF2-40B4-BE49-F238E27FC236}">
                <a16:creationId xmlns="" xmlns:a16="http://schemas.microsoft.com/office/drawing/2014/main" id="{7C6B46D5-337B-4906-8412-4EEA3884FA7E}"/>
              </a:ext>
            </a:extLst>
          </p:cNvPr>
          <p:cNvSpPr>
            <a:spLocks noGrp="1"/>
          </p:cNvSpPr>
          <p:nvPr>
            <p:ph type="ftr" sz="quarter" idx="11"/>
          </p:nvPr>
        </p:nvSpPr>
        <p:spPr/>
        <p:txBody>
          <a:bodyPr>
            <a:noAutofit/>
          </a:bodyPr>
          <a:lstStyle/>
          <a:p>
            <a:r>
              <a:rPr lang="en-US" dirty="0"/>
              <a:t>Sample Footer Text</a:t>
            </a:r>
          </a:p>
        </p:txBody>
      </p:sp>
      <p:sp>
        <p:nvSpPr>
          <p:cNvPr id="4" name="Slide Number Placeholder 3">
            <a:extLst>
              <a:ext uri="{FF2B5EF4-FFF2-40B4-BE49-F238E27FC236}">
                <a16:creationId xmlns="" xmlns:a16="http://schemas.microsoft.com/office/drawing/2014/main" id="{E436F230-C9A7-407A-B923-873839C8D8A0}"/>
              </a:ext>
            </a:extLst>
          </p:cNvPr>
          <p:cNvSpPr>
            <a:spLocks noGrp="1"/>
          </p:cNvSpPr>
          <p:nvPr>
            <p:ph type="sldNum" sz="quarter" idx="12"/>
          </p:nvPr>
        </p:nvSpPr>
        <p:spPr/>
        <p:txBody>
          <a:bodyPr>
            <a:noAutofit/>
          </a:bodyPr>
          <a:lstStyle/>
          <a:p>
            <a:fld id="{DBA1B0FB-D917-4C8C-928F-313BD683BF39}" type="slidenum">
              <a:rPr lang="en-US" smtClean="0"/>
              <a:pPr/>
              <a:t>‹#›</a:t>
            </a:fld>
            <a:endParaRPr lang="en-US" dirty="0"/>
          </a:p>
        </p:txBody>
      </p:sp>
      <p:sp>
        <p:nvSpPr>
          <p:cNvPr id="11" name="Content Placeholder 6">
            <a:extLst>
              <a:ext uri="{FF2B5EF4-FFF2-40B4-BE49-F238E27FC236}">
                <a16:creationId xmlns="" xmlns:a16="http://schemas.microsoft.com/office/drawing/2014/main" id="{1B1AE41C-3196-4E6F-A3A8-313A92677FF3}"/>
              </a:ext>
            </a:extLst>
          </p:cNvPr>
          <p:cNvSpPr>
            <a:spLocks noGrp="1"/>
          </p:cNvSpPr>
          <p:nvPr>
            <p:ph sz="quarter" idx="15"/>
          </p:nvPr>
        </p:nvSpPr>
        <p:spPr>
          <a:xfrm>
            <a:off x="5262411" y="4508500"/>
            <a:ext cx="6221412" cy="1563688"/>
          </a:xfrm>
        </p:spPr>
        <p:txBody>
          <a:bodyPr>
            <a:noAutofit/>
          </a:bodyPr>
          <a:lstStyle>
            <a:lvl1pPr marL="228600" indent="-228600">
              <a:lnSpc>
                <a:spcPct val="100000"/>
              </a:lnSpc>
              <a:buFont typeface="Arial" panose="020B0604020202020204" pitchFamily="34" charset="0"/>
              <a:buChar char="•"/>
              <a:defRPr sz="2000"/>
            </a:lvl1pPr>
            <a:lvl2pPr>
              <a:buNone/>
              <a:defRPr sz="1900"/>
            </a:lvl2pPr>
            <a:lvl3pPr>
              <a:buNone/>
              <a:defRPr sz="1900"/>
            </a:lvl3pPr>
            <a:lvl4pPr>
              <a:buNone/>
              <a:defRPr sz="1900"/>
            </a:lvl4pPr>
            <a:lvl5pPr>
              <a:buNone/>
              <a:defRPr sz="1900"/>
            </a:lvl5pPr>
          </a:lstStyle>
          <a:p>
            <a:pPr lvl="0"/>
            <a:r>
              <a:rPr lang="en-US" dirty="0"/>
              <a:t>Click to edit Master text styles</a:t>
            </a:r>
          </a:p>
        </p:txBody>
      </p:sp>
    </p:spTree>
    <p:extLst>
      <p:ext uri="{BB962C8B-B14F-4D97-AF65-F5344CB8AC3E}">
        <p14:creationId xmlns="" xmlns:p14="http://schemas.microsoft.com/office/powerpoint/2010/main" val="25702607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7" name="Rectangle 16"/>
          <p:cNvSpPr>
            <a:spLocks noChangeArrowheads="1"/>
          </p:cNvSpPr>
          <p:nvPr/>
        </p:nvSpPr>
        <p:spPr bwMode="white">
          <a:xfrm>
            <a:off x="0" y="6705600"/>
            <a:ext cx="12192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6" name="Rectangle 15"/>
          <p:cNvSpPr>
            <a:spLocks noChangeArrowheads="1"/>
          </p:cNvSpPr>
          <p:nvPr/>
        </p:nvSpPr>
        <p:spPr bwMode="white">
          <a:xfrm>
            <a:off x="0" y="1"/>
            <a:ext cx="12192000" cy="1393371"/>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8" name="Rectangle 17"/>
          <p:cNvSpPr>
            <a:spLocks noChangeArrowheads="1"/>
          </p:cNvSpPr>
          <p:nvPr/>
        </p:nvSpPr>
        <p:spPr bwMode="white">
          <a:xfrm>
            <a:off x="0" y="0"/>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9" name="Rectangle 18"/>
          <p:cNvSpPr>
            <a:spLocks noChangeArrowheads="1"/>
          </p:cNvSpPr>
          <p:nvPr/>
        </p:nvSpPr>
        <p:spPr bwMode="white">
          <a:xfrm>
            <a:off x="11988800" y="0"/>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9" name="Rectangle 8"/>
          <p:cNvSpPr>
            <a:spLocks noChangeArrowheads="1"/>
          </p:cNvSpPr>
          <p:nvPr/>
        </p:nvSpPr>
        <p:spPr bwMode="auto">
          <a:xfrm>
            <a:off x="199136" y="6388386"/>
            <a:ext cx="11777472"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4" name="Date Placeholder 13"/>
          <p:cNvSpPr>
            <a:spLocks noGrp="1"/>
          </p:cNvSpPr>
          <p:nvPr>
            <p:ph type="dt" sz="half" idx="2"/>
          </p:nvPr>
        </p:nvSpPr>
        <p:spPr>
          <a:xfrm>
            <a:off x="7721600" y="6404984"/>
            <a:ext cx="4059936" cy="365760"/>
          </a:xfrm>
          <a:prstGeom prst="rect">
            <a:avLst/>
          </a:prstGeom>
        </p:spPr>
        <p:txBody>
          <a:bodyPr vert="horz"/>
          <a:lstStyle>
            <a:lvl1pPr algn="r" eaLnBrk="1" latinLnBrk="0" hangingPunct="1">
              <a:defRPr kumimoji="0" sz="1400">
                <a:solidFill>
                  <a:srgbClr val="FFFFFF"/>
                </a:solidFill>
              </a:defRPr>
            </a:lvl1pPr>
          </a:lstStyle>
          <a:p>
            <a:r>
              <a:rPr lang="en-US" dirty="0" smtClean="0"/>
              <a:t>Tuesday, February 2, 20XX</a:t>
            </a:r>
            <a:endParaRPr lang="en-US" dirty="0"/>
          </a:p>
        </p:txBody>
      </p:sp>
      <p:sp>
        <p:nvSpPr>
          <p:cNvPr id="3" name="Footer Placeholder 2"/>
          <p:cNvSpPr>
            <a:spLocks noGrp="1"/>
          </p:cNvSpPr>
          <p:nvPr>
            <p:ph type="ftr" sz="quarter" idx="3"/>
          </p:nvPr>
        </p:nvSpPr>
        <p:spPr>
          <a:xfrm>
            <a:off x="406400" y="6410848"/>
            <a:ext cx="4775200" cy="365760"/>
          </a:xfrm>
          <a:prstGeom prst="rect">
            <a:avLst/>
          </a:prstGeom>
        </p:spPr>
        <p:txBody>
          <a:bodyPr vert="horz"/>
          <a:lstStyle>
            <a:lvl1pPr algn="l" eaLnBrk="1" latinLnBrk="0" hangingPunct="1">
              <a:defRPr kumimoji="0" sz="1200">
                <a:solidFill>
                  <a:srgbClr val="FFFFFF"/>
                </a:solidFill>
              </a:defRPr>
            </a:lvl1pPr>
          </a:lstStyle>
          <a:p>
            <a:r>
              <a:rPr lang="en-US" dirty="0" smtClean="0"/>
              <a:t>Sample Footer Text</a:t>
            </a:r>
            <a:endParaRPr lang="en-US" dirty="0"/>
          </a:p>
        </p:txBody>
      </p:sp>
      <p:sp>
        <p:nvSpPr>
          <p:cNvPr id="8" name="Rectangle 7"/>
          <p:cNvSpPr>
            <a:spLocks noChangeArrowheads="1"/>
          </p:cNvSpPr>
          <p:nvPr/>
        </p:nvSpPr>
        <p:spPr bwMode="auto">
          <a:xfrm>
            <a:off x="203200" y="155448"/>
            <a:ext cx="11777472"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0" name="Straight Connector 9"/>
          <p:cNvSpPr>
            <a:spLocks noChangeShapeType="1"/>
          </p:cNvSpPr>
          <p:nvPr/>
        </p:nvSpPr>
        <p:spPr bwMode="auto">
          <a:xfrm>
            <a:off x="203200" y="1276743"/>
            <a:ext cx="11777472" cy="0"/>
          </a:xfrm>
          <a:prstGeom prst="line">
            <a:avLst/>
          </a:prstGeom>
          <a:noFill/>
          <a:ln w="9525"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dirty="0"/>
          </a:p>
        </p:txBody>
      </p:sp>
      <p:sp>
        <p:nvSpPr>
          <p:cNvPr id="12" name="Oval 11"/>
          <p:cNvSpPr/>
          <p:nvPr/>
        </p:nvSpPr>
        <p:spPr>
          <a:xfrm>
            <a:off x="5689600" y="956036"/>
            <a:ext cx="8128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5" name="Oval 14"/>
          <p:cNvSpPr/>
          <p:nvPr/>
        </p:nvSpPr>
        <p:spPr>
          <a:xfrm>
            <a:off x="5815584" y="1050524"/>
            <a:ext cx="560832"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3" name="Slide Number Placeholder 22"/>
          <p:cNvSpPr>
            <a:spLocks noGrp="1"/>
          </p:cNvSpPr>
          <p:nvPr>
            <p:ph type="sldNum" sz="quarter" idx="4"/>
          </p:nvPr>
        </p:nvSpPr>
        <p:spPr>
          <a:xfrm>
            <a:off x="5791200" y="1040175"/>
            <a:ext cx="609600" cy="441325"/>
          </a:xfrm>
          <a:prstGeom prst="rect">
            <a:avLst/>
          </a:prstGeom>
        </p:spPr>
        <p:txBody>
          <a:bodyPr vert="horz" lIns="45720" rIns="45720" anchor="ctr">
            <a:normAutofit/>
          </a:bodyPr>
          <a:lstStyle>
            <a:lvl1pPr algn="ctr" eaLnBrk="1" latinLnBrk="0" hangingPunct="1">
              <a:defRPr kumimoji="0" sz="1600">
                <a:solidFill>
                  <a:schemeClr val="accent3">
                    <a:shade val="75000"/>
                  </a:schemeClr>
                </a:solidFill>
              </a:defRPr>
            </a:lvl1pPr>
          </a:lstStyle>
          <a:p>
            <a:fld id="{DBA1B0FB-D917-4C8C-928F-313BD683BF39}" type="slidenum">
              <a:rPr lang="en-US" smtClean="0"/>
              <a:pPr/>
              <a:t>‹#›</a:t>
            </a:fld>
            <a:endParaRPr lang="en-US" dirty="0"/>
          </a:p>
        </p:txBody>
      </p:sp>
      <p:sp>
        <p:nvSpPr>
          <p:cNvPr id="22" name="Title Placeholder 21"/>
          <p:cNvSpPr>
            <a:spLocks noGrp="1"/>
          </p:cNvSpPr>
          <p:nvPr>
            <p:ph type="title"/>
          </p:nvPr>
        </p:nvSpPr>
        <p:spPr>
          <a:xfrm>
            <a:off x="402336" y="228600"/>
            <a:ext cx="11379200" cy="758952"/>
          </a:xfrm>
          <a:prstGeom prst="rect">
            <a:avLst/>
          </a:prstGeom>
        </p:spPr>
        <p:txBody>
          <a:bodyPr vert="horz" anchor="b">
            <a:normAutofit/>
          </a:bodyPr>
          <a:lstStyle/>
          <a:p>
            <a:r>
              <a:rPr kumimoji="0" lang="en-US" smtClean="0"/>
              <a:t>Click to edit Master title style</a:t>
            </a:r>
            <a:endParaRPr kumimoji="0" lang="en-US"/>
          </a:p>
        </p:txBody>
      </p:sp>
      <p:sp>
        <p:nvSpPr>
          <p:cNvPr id="13" name="Text Placeholder 12"/>
          <p:cNvSpPr>
            <a:spLocks noGrp="1"/>
          </p:cNvSpPr>
          <p:nvPr>
            <p:ph type="body" idx="1"/>
          </p:nvPr>
        </p:nvSpPr>
        <p:spPr>
          <a:xfrm>
            <a:off x="402336" y="1524000"/>
            <a:ext cx="11379200" cy="4599432"/>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Tree>
  </p:cSld>
  <p:clrMap bg1="lt1" tx1="dk1" bg2="lt2" tx2="dk2" accent1="accent1" accent2="accent2" accent3="accent3" accent4="accent4" accent5="accent5" accent6="accent6" hlink="hlink" folHlink="folHlink"/>
  <p:sldLayoutIdLst>
    <p:sldLayoutId id="2147483831" r:id="rId1"/>
    <p:sldLayoutId id="2147483832" r:id="rId2"/>
    <p:sldLayoutId id="2147483833" r:id="rId3"/>
    <p:sldLayoutId id="2147483834" r:id="rId4"/>
    <p:sldLayoutId id="2147483835" r:id="rId5"/>
    <p:sldLayoutId id="2147483836" r:id="rId6"/>
    <p:sldLayoutId id="2147483837" r:id="rId7"/>
    <p:sldLayoutId id="2147483838" r:id="rId8"/>
    <p:sldLayoutId id="2147483839" r:id="rId9"/>
    <p:sldLayoutId id="2147483840" r:id="rId10"/>
    <p:sldLayoutId id="2147483841" r:id="rId11"/>
    <p:sldLayoutId id="2147483842" r:id="rId12"/>
    <p:sldLayoutId id="2147483843" r:id="rId13"/>
    <p:sldLayoutId id="2147483845" r:id="rId14"/>
    <p:sldLayoutId id="2147483846" r:id="rId15"/>
    <p:sldLayoutId id="2147483847" r:id="rId16"/>
    <p:sldLayoutId id="2147483848" r:id="rId17"/>
    <p:sldLayoutId id="2147483734" r:id="rId18"/>
    <p:sldLayoutId id="2147483707" r:id="rId19"/>
    <p:sldLayoutId id="2147483697" r:id="rId20"/>
    <p:sldLayoutId id="2147483849" r:id="rId21"/>
  </p:sldLayoutIdLst>
  <p:hf hdr="0"/>
  <p:txStyles>
    <p:titleStyle>
      <a:lvl1pPr algn="ctr" rtl="0" eaLnBrk="1" latinLnBrk="0" hangingPunct="1">
        <a:spcBef>
          <a:spcPct val="0"/>
        </a:spcBef>
        <a:buNone/>
        <a:defRPr kumimoji="0" sz="3300" kern="1200">
          <a:solidFill>
            <a:schemeClr val="accent3">
              <a:shade val="75000"/>
            </a:schemeClr>
          </a:solidFill>
          <a:latin typeface="+mj-lt"/>
          <a:ea typeface="+mj-ea"/>
          <a:cs typeface="+mj-cs"/>
        </a:defRPr>
      </a:lvl1pPr>
    </p:titleStyle>
    <p:bodyStyle>
      <a:lvl1pPr marL="274320" indent="-274320" algn="l" rtl="0" eaLnBrk="1" latinLnBrk="0" hangingPunct="1">
        <a:spcBef>
          <a:spcPct val="20000"/>
        </a:spcBef>
        <a:buClr>
          <a:schemeClr val="accent1"/>
        </a:buClr>
        <a:buSzPct val="85000"/>
        <a:buFont typeface="Wingdings 2"/>
        <a:buChar char=""/>
        <a:defRPr kumimoji="0" sz="2700" kern="1200">
          <a:solidFill>
            <a:schemeClr val="tx1"/>
          </a:solidFill>
          <a:latin typeface="+mn-lt"/>
          <a:ea typeface="+mn-ea"/>
          <a:cs typeface="+mn-cs"/>
        </a:defRPr>
      </a:lvl1pPr>
      <a:lvl2pPr marL="548640" indent="-274320" algn="l" rtl="0" eaLnBrk="1" latinLnBrk="0" hangingPunct="1">
        <a:spcBef>
          <a:spcPct val="20000"/>
        </a:spcBef>
        <a:buClr>
          <a:schemeClr val="accent2"/>
        </a:buClr>
        <a:buSzPct val="70000"/>
        <a:buFont typeface="Wingdings"/>
        <a:buChar char=""/>
        <a:defRPr kumimoji="0" sz="2200" kern="1200">
          <a:solidFill>
            <a:schemeClr val="tx2"/>
          </a:solidFill>
          <a:latin typeface="+mn-lt"/>
          <a:ea typeface="+mn-ea"/>
          <a:cs typeface="+mn-cs"/>
        </a:defRPr>
      </a:lvl2pPr>
      <a:lvl3pPr marL="822960" indent="-228600" algn="l" rtl="0" eaLnBrk="1" latinLnBrk="0" hangingPunct="1">
        <a:spcBef>
          <a:spcPct val="20000"/>
        </a:spcBef>
        <a:buClr>
          <a:schemeClr val="accent3"/>
        </a:buClr>
        <a:buSzPct val="75000"/>
        <a:buFont typeface="Wingdings 2"/>
        <a:buChar char=""/>
        <a:defRPr kumimoji="0" sz="2000" kern="1200">
          <a:solidFill>
            <a:schemeClr val="tx1"/>
          </a:solidFill>
          <a:latin typeface="+mn-lt"/>
          <a:ea typeface="+mn-ea"/>
          <a:cs typeface="+mn-cs"/>
        </a:defRPr>
      </a:lvl3pPr>
      <a:lvl4pPr marL="1097280" indent="-228600" algn="l" rtl="0" eaLnBrk="1" latinLnBrk="0" hangingPunct="1">
        <a:spcBef>
          <a:spcPct val="20000"/>
        </a:spcBef>
        <a:buClr>
          <a:schemeClr val="accent4"/>
        </a:buClr>
        <a:buSzPct val="70000"/>
        <a:buFont typeface="Wingdings"/>
        <a:buChar char=""/>
        <a:defRPr kumimoji="0" sz="2000" kern="1200">
          <a:solidFill>
            <a:schemeClr val="tx2"/>
          </a:solidFill>
          <a:latin typeface="+mn-lt"/>
          <a:ea typeface="+mn-ea"/>
          <a:cs typeface="+mn-cs"/>
        </a:defRPr>
      </a:lvl4pPr>
      <a:lvl5pPr marL="1371600" indent="-228600" algn="l" rtl="0" eaLnBrk="1" latinLnBrk="0" hangingPunct="1">
        <a:spcBef>
          <a:spcPct val="20000"/>
        </a:spcBef>
        <a:buClr>
          <a:schemeClr val="accent5"/>
        </a:buClr>
        <a:buFontTx/>
        <a:buChar char="•"/>
        <a:defRPr kumimoji="0" sz="1800" kern="1200">
          <a:solidFill>
            <a:schemeClr val="tx1"/>
          </a:solidFill>
          <a:latin typeface="+mn-lt"/>
          <a:ea typeface="+mn-ea"/>
          <a:cs typeface="+mn-cs"/>
        </a:defRPr>
      </a:lvl5pPr>
      <a:lvl6pPr marL="1645920" indent="-182880" algn="l" rtl="0" eaLnBrk="1" latinLnBrk="0" hangingPunct="1">
        <a:spcBef>
          <a:spcPct val="20000"/>
        </a:spcBef>
        <a:buClr>
          <a:schemeClr val="accent6"/>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1">
            <a:shade val="75000"/>
          </a:schemeClr>
        </a:buClr>
        <a:buSzPct val="90000"/>
        <a:buChar char="•"/>
        <a:defRPr kumimoji="0" sz="1600" kern="1200" baseline="0">
          <a:solidFill>
            <a:schemeClr val="tx1"/>
          </a:solidFill>
          <a:latin typeface="+mn-lt"/>
          <a:ea typeface="+mn-ea"/>
          <a:cs typeface="+mn-cs"/>
        </a:defRPr>
      </a:lvl7pPr>
      <a:lvl8pPr marL="2103120" indent="-182880" algn="l" rtl="0" eaLnBrk="1" latinLnBrk="0" hangingPunct="1">
        <a:spcBef>
          <a:spcPct val="20000"/>
        </a:spcBef>
        <a:buClr>
          <a:schemeClr val="accent4">
            <a:shade val="75000"/>
          </a:schemeClr>
        </a:buClr>
        <a:buChar char="•"/>
        <a:defRPr kumimoji="0" sz="1600" kern="1200">
          <a:solidFill>
            <a:schemeClr val="tx1"/>
          </a:solidFill>
          <a:latin typeface="+mn-lt"/>
          <a:ea typeface="+mn-ea"/>
          <a:cs typeface="+mn-cs"/>
        </a:defRPr>
      </a:lvl8pPr>
      <a:lvl9pPr marL="2377440" indent="-182880" algn="l" rtl="0" eaLnBrk="1" latinLnBrk="0" hangingPunct="1">
        <a:spcBef>
          <a:spcPct val="20000"/>
        </a:spcBef>
        <a:buClr>
          <a:schemeClr val="accent2">
            <a:shade val="75000"/>
          </a:schemeClr>
        </a:buClr>
        <a:buSzPct val="90000"/>
        <a:buChar char="•"/>
        <a:defRPr kumimoji="0" sz="1400" kern="1200" cap="all"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file:///C:\Users\lenovo\Downloads\WhatsApp%20Image%202023-08-24%20at%2012.32.58%20AM.jpeg" TargetMode="Externa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file:///C:\Users\lenovo\Desktop\self-introduction.jpg" TargetMode="External"/><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4.xml.rels><?xml version="1.0" encoding="UTF-8" standalone="yes"?>
<Relationships xmlns="http://schemas.openxmlformats.org/package/2006/relationships"><Relationship Id="rId2" Type="http://schemas.openxmlformats.org/officeDocument/2006/relationships/image" Target="file:///C:\Users\lenovo\Desktop\495.jpg" TargetMode="External"/><Relationship Id="rId1" Type="http://schemas.openxmlformats.org/officeDocument/2006/relationships/slideLayout" Target="../slideLayouts/slideLayout1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1.xml"/></Relationships>
</file>

<file path=ppt/slides/_rels/slide7.xml.rels><?xml version="1.0" encoding="UTF-8" standalone="yes"?>
<Relationships xmlns="http://schemas.openxmlformats.org/package/2006/relationships"><Relationship Id="rId2" Type="http://schemas.openxmlformats.org/officeDocument/2006/relationships/image" Target="file:///C:\Users\lenovo\Desktop\istockphoto-838527584-612x612.jpg" TargetMode="External"/><Relationship Id="rId1" Type="http://schemas.openxmlformats.org/officeDocument/2006/relationships/slideLayout" Target="../slideLayouts/slideLayout1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9.xml.rels><?xml version="1.0" encoding="UTF-8" standalone="yes"?>
<Relationships xmlns="http://schemas.openxmlformats.org/package/2006/relationships"><Relationship Id="rId2" Type="http://schemas.openxmlformats.org/officeDocument/2006/relationships/image" Target="file:///C:\Users\lenovo\Desktop\applications-of-cnc-machining-in-the-automotive-industry.jpg" TargetMode="External"/><Relationship Id="rId1" Type="http://schemas.openxmlformats.org/officeDocument/2006/relationships/slideLayout" Target="../slideLayouts/slideLayout16.xml"/></Relationships>
</file>

<file path=ppt/slides/_rels/slide10.xml.rels><?xml version="1.0" encoding="UTF-8" standalone="yes"?>
<Relationships xmlns="http://schemas.openxmlformats.org/package/2006/relationships"><Relationship Id="rId2" Type="http://schemas.openxmlformats.org/officeDocument/2006/relationships/image" Target="file:///C:\Users\lenovo\Desktop\cnc-machining-uses-in-healthcare-sector.jpg" TargetMode="External"/><Relationship Id="rId1" Type="http://schemas.openxmlformats.org/officeDocument/2006/relationships/slideLayout" Target="../slideLayouts/slideLayout16.xml"/></Relationships>
</file>

<file path=ppt/slides/_rels/slide11.xml.rels><?xml version="1.0" encoding="UTF-8" standalone="yes"?>
<Relationships xmlns="http://schemas.openxmlformats.org/package/2006/relationships"><Relationship Id="rId3" Type="http://schemas.openxmlformats.org/officeDocument/2006/relationships/image" Target="file:///C:\Users\lenovo\Desktop\lathe.jpg" TargetMode="External"/><Relationship Id="rId2" Type="http://schemas.openxmlformats.org/officeDocument/2006/relationships/notesSlide" Target="../notesSlides/notesSlide3.xml"/><Relationship Id="rId1" Type="http://schemas.openxmlformats.org/officeDocument/2006/relationships/slideLayout" Target="../slideLayouts/slideLayout17.xml"/><Relationship Id="rId4" Type="http://schemas.openxmlformats.org/officeDocument/2006/relationships/image" Target="file:///C:\Users\lenovo\Desktop\nc.jpg"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4.xml.rels><?xml version="1.0" encoding="UTF-8" standalone="yes"?>
<Relationships xmlns="http://schemas.openxmlformats.org/package/2006/relationships"><Relationship Id="rId2" Type="http://schemas.openxmlformats.org/officeDocument/2006/relationships/image" Target="file:///C:\Users\lenovo\Desktop\milling-machining-cutter-head-indexable-insert.jpg" TargetMode="External"/><Relationship Id="rId1" Type="http://schemas.openxmlformats.org/officeDocument/2006/relationships/slideLayout" Target="../slideLayouts/slideLayout16.xml"/></Relationships>
</file>

<file path=ppt/slides/_rels/slide15.xml.rels><?xml version="1.0" encoding="UTF-8" standalone="yes"?>
<Relationships xmlns="http://schemas.openxmlformats.org/package/2006/relationships"><Relationship Id="rId2" Type="http://schemas.openxmlformats.org/officeDocument/2006/relationships/image" Target="file:///C:\Users\lenovo\Desktop\download.jfif" TargetMode="External"/><Relationship Id="rId1" Type="http://schemas.openxmlformats.org/officeDocument/2006/relationships/slideLayout" Target="../slideLayouts/slideLayout16.xml"/></Relationships>
</file>

<file path=ppt/slides/_rels/slide16.xml.rels><?xml version="1.0" encoding="UTF-8" standalone="yes"?>
<Relationships xmlns="http://schemas.openxmlformats.org/package/2006/relationships"><Relationship Id="rId2" Type="http://schemas.openxmlformats.org/officeDocument/2006/relationships/image" Target="file:///C:\Users\lenovo\Desktop\laser-cutting-machine-plasma%20(1).jpg" TargetMode="External"/><Relationship Id="rId1" Type="http://schemas.openxmlformats.org/officeDocument/2006/relationships/slideLayout" Target="../slideLayouts/slideLayout16.xml"/></Relationships>
</file>

<file path=ppt/slides/_rels/slide17.xml.rels><?xml version="1.0" encoding="UTF-8" standalone="yes"?>
<Relationships xmlns="http://schemas.openxmlformats.org/package/2006/relationships"><Relationship Id="rId2" Type="http://schemas.openxmlformats.org/officeDocument/2006/relationships/image" Target="file:///C:\Users\lenovo\Desktop\laser-cutting-machine-plasma.jpg" TargetMode="External"/><Relationship Id="rId1" Type="http://schemas.openxmlformats.org/officeDocument/2006/relationships/slideLayout" Target="../slideLayouts/slideLayout16.xml"/></Relationships>
</file>

<file path=ppt/slides/_rels/slide18.xml.rels><?xml version="1.0" encoding="UTF-8" standalone="yes"?>
<Relationships xmlns="http://schemas.openxmlformats.org/package/2006/relationships"><Relationship Id="rId2" Type="http://schemas.openxmlformats.org/officeDocument/2006/relationships/image" Target="file:///C:\Users\lenovo\Desktop\photo-1611117775350-ac3950990985.jfif" TargetMode="External"/><Relationship Id="rId1" Type="http://schemas.openxmlformats.org/officeDocument/2006/relationships/slideLayout" Target="../slideLayouts/slideLayout16.xml"/></Relationships>
</file>

<file path=ppt/slides/_rels/slide19.xml.rels><?xml version="1.0" encoding="UTF-8" standalone="yes"?>
<Relationships xmlns="http://schemas.openxmlformats.org/package/2006/relationships"><Relationship Id="rId2" Type="http://schemas.openxmlformats.org/officeDocument/2006/relationships/image" Target="file:///C:\Users\lenovo\Desktop\The-configuration-of-a-five-axis-machine-tool-considered-in-this-paper.png" TargetMode="External"/><Relationship Id="rId1" Type="http://schemas.openxmlformats.org/officeDocument/2006/relationships/slideLayout" Target="../slideLayouts/slideLayout16.xml"/></Relationships>
</file>

<file path=ppt/slides/_rels/slide20.xml.rels><?xml version="1.0" encoding="UTF-8" standalone="yes"?>
<Relationships xmlns="http://schemas.openxmlformats.org/package/2006/relationships"><Relationship Id="rId2" Type="http://schemas.openxmlformats.org/officeDocument/2006/relationships/image" Target="file:///C:\Users\lenovo\Desktop\PICKED.jpg" TargetMode="External"/><Relationship Id="rId1" Type="http://schemas.openxmlformats.org/officeDocument/2006/relationships/slideLayout" Target="../slideLayouts/slideLayout1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118479" y="1569028"/>
            <a:ext cx="5977053" cy="1967176"/>
          </a:xfrm>
        </p:spPr>
        <p:txBody>
          <a:bodyPr/>
          <a:lstStyle/>
          <a:p>
            <a:r>
              <a:rPr lang="en-GB" sz="2800" dirty="0" smtClean="0">
                <a:solidFill>
                  <a:schemeClr val="tx2">
                    <a:lumMod val="60000"/>
                    <a:lumOff val="40000"/>
                  </a:schemeClr>
                </a:solidFill>
              </a:rPr>
              <a:t>INDUSTRIAL TRAINIG PRESENTATION</a:t>
            </a:r>
            <a:br>
              <a:rPr lang="en-GB" sz="2800" dirty="0" smtClean="0">
                <a:solidFill>
                  <a:schemeClr val="tx2">
                    <a:lumMod val="60000"/>
                    <a:lumOff val="40000"/>
                  </a:schemeClr>
                </a:solidFill>
              </a:rPr>
            </a:br>
            <a:r>
              <a:rPr lang="en-GB" dirty="0" smtClean="0">
                <a:solidFill>
                  <a:schemeClr val="tx2">
                    <a:lumMod val="60000"/>
                    <a:lumOff val="40000"/>
                  </a:schemeClr>
                </a:solidFill>
              </a:rPr>
              <a:t/>
            </a:r>
            <a:br>
              <a:rPr lang="en-GB" dirty="0" smtClean="0">
                <a:solidFill>
                  <a:schemeClr val="tx2">
                    <a:lumMod val="60000"/>
                    <a:lumOff val="40000"/>
                  </a:schemeClr>
                </a:solidFill>
              </a:rPr>
            </a:br>
            <a:r>
              <a:rPr lang="en-GB" sz="4000" b="1" dirty="0" smtClean="0">
                <a:solidFill>
                  <a:schemeClr val="tx2">
                    <a:lumMod val="60000"/>
                    <a:lumOff val="40000"/>
                  </a:schemeClr>
                </a:solidFill>
              </a:rPr>
              <a:t>CNC MACHINE</a:t>
            </a:r>
            <a:endParaRPr lang="en-US" sz="4000" b="1" dirty="0">
              <a:solidFill>
                <a:schemeClr val="tx2">
                  <a:lumMod val="60000"/>
                  <a:lumOff val="40000"/>
                </a:schemeClr>
              </a:solidFill>
            </a:endParaRPr>
          </a:p>
        </p:txBody>
      </p:sp>
      <p:sp>
        <p:nvSpPr>
          <p:cNvPr id="4" name="Text Placeholder 3"/>
          <p:cNvSpPr>
            <a:spLocks noGrp="1"/>
          </p:cNvSpPr>
          <p:nvPr>
            <p:ph type="body" sz="quarter" idx="14"/>
          </p:nvPr>
        </p:nvSpPr>
        <p:spPr>
          <a:xfrm>
            <a:off x="494644" y="3702517"/>
            <a:ext cx="5683132" cy="2341444"/>
          </a:xfrm>
        </p:spPr>
        <p:txBody>
          <a:bodyPr/>
          <a:lstStyle/>
          <a:p>
            <a:r>
              <a:rPr lang="en-GB" sz="4000" b="1" u="sng" dirty="0" smtClean="0"/>
              <a:t>P</a:t>
            </a:r>
            <a:r>
              <a:rPr lang="en-GB" b="1" u="sng" dirty="0" smtClean="0"/>
              <a:t>RESENTED  </a:t>
            </a:r>
            <a:r>
              <a:rPr lang="en-GB" sz="4000" b="1" u="sng" dirty="0" smtClean="0"/>
              <a:t>B</a:t>
            </a:r>
            <a:r>
              <a:rPr lang="en-GB" b="1" u="sng" dirty="0" smtClean="0"/>
              <a:t>Y:-</a:t>
            </a:r>
          </a:p>
          <a:p>
            <a:pPr marL="457200" indent="-457200">
              <a:buAutoNum type="arabicParenR"/>
            </a:pPr>
            <a:r>
              <a:rPr lang="en-GB" dirty="0" smtClean="0"/>
              <a:t>Abhishek Ji from Feroze Gandhi Polytechnic, Raebareli.</a:t>
            </a:r>
          </a:p>
          <a:p>
            <a:pPr marL="457200" indent="-457200">
              <a:buAutoNum type="arabicParenR"/>
            </a:pPr>
            <a:r>
              <a:rPr lang="en-GB" dirty="0" smtClean="0"/>
              <a:t>Rudal Yadav From Government Polytechnic Kursi Road Fatepur, Barabanki.</a:t>
            </a:r>
          </a:p>
          <a:p>
            <a:pPr marL="457200" indent="-457200"/>
            <a:r>
              <a:rPr lang="en-GB" dirty="0" smtClean="0"/>
              <a:t>       (VTME-01)</a:t>
            </a:r>
            <a:endParaRPr lang="en-US" dirty="0"/>
          </a:p>
        </p:txBody>
      </p:sp>
      <p:pic>
        <p:nvPicPr>
          <p:cNvPr id="5" name="WhatsApp Image 2023-08-24 at 12.32.58 AM.jpeg" descr="C:\Users\lenovo\Downloads\WhatsApp Image 2023-08-24 at 12.32.58 AM.jpeg"/>
          <p:cNvPicPr>
            <a:picLocks noChangeAspect="1"/>
          </p:cNvPicPr>
          <p:nvPr/>
        </p:nvPicPr>
        <p:blipFill>
          <a:blip r:link="rId2"/>
          <a:stretch>
            <a:fillRect/>
          </a:stretch>
        </p:blipFill>
        <p:spPr>
          <a:xfrm>
            <a:off x="3127664" y="0"/>
            <a:ext cx="4769427" cy="1527464"/>
          </a:xfrm>
          <a:prstGeom prst="rect">
            <a:avLst/>
          </a:prstGeom>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286E938C-9D94-4B05-979A-D39FFC457291}"/>
              </a:ext>
            </a:extLst>
          </p:cNvPr>
          <p:cNvSpPr>
            <a:spLocks noGrp="1"/>
          </p:cNvSpPr>
          <p:nvPr>
            <p:ph type="ctrTitle"/>
          </p:nvPr>
        </p:nvSpPr>
        <p:spPr>
          <a:xfrm>
            <a:off x="197427" y="234495"/>
            <a:ext cx="11772900" cy="773424"/>
          </a:xfrm>
        </p:spPr>
        <p:txBody>
          <a:bodyPr anchor="b" anchorCtr="0">
            <a:normAutofit/>
          </a:bodyPr>
          <a:lstStyle/>
          <a:p>
            <a:r>
              <a:rPr lang="en-GB" sz="4000" dirty="0" smtClean="0">
                <a:latin typeface="Arial Rounded MT Bold" pitchFamily="34" charset="0"/>
              </a:rPr>
              <a:t>Introduction</a:t>
            </a:r>
            <a:endParaRPr lang="en-US" sz="4000" dirty="0">
              <a:latin typeface="Arial Rounded MT Bold" pitchFamily="34" charset="0"/>
            </a:endParaRPr>
          </a:p>
        </p:txBody>
      </p:sp>
      <p:sp>
        <p:nvSpPr>
          <p:cNvPr id="3" name="Subtitle 2">
            <a:extLst>
              <a:ext uri="{FF2B5EF4-FFF2-40B4-BE49-F238E27FC236}">
                <a16:creationId xmlns="" xmlns:a16="http://schemas.microsoft.com/office/drawing/2014/main" id="{D9A11267-FC52-4990-8D98-010AFABA5544}"/>
              </a:ext>
            </a:extLst>
          </p:cNvPr>
          <p:cNvSpPr>
            <a:spLocks noGrp="1"/>
          </p:cNvSpPr>
          <p:nvPr>
            <p:ph type="body" sz="quarter" idx="14"/>
          </p:nvPr>
        </p:nvSpPr>
        <p:spPr>
          <a:xfrm>
            <a:off x="293881" y="1413496"/>
            <a:ext cx="4638675" cy="3584575"/>
          </a:xfrm>
        </p:spPr>
        <p:txBody>
          <a:bodyPr>
            <a:normAutofit/>
          </a:bodyPr>
          <a:lstStyle/>
          <a:p>
            <a:pPr>
              <a:buFont typeface="Wingdings" pitchFamily="2" charset="2"/>
              <a:buChar char="Ø"/>
            </a:pPr>
            <a:r>
              <a:rPr lang="en-GB" dirty="0" smtClean="0"/>
              <a:t>My self Abhishek Ji, and I am from Feroze Gandhi Polytechnic, Raebareli.</a:t>
            </a:r>
          </a:p>
          <a:p>
            <a:pPr>
              <a:buFont typeface="Wingdings" pitchFamily="2" charset="2"/>
              <a:buChar char="Ø"/>
            </a:pPr>
            <a:r>
              <a:rPr lang="en-GB" dirty="0" smtClean="0"/>
              <a:t>My presentation Partner Rudal Yadav from Government Polytechnic Kursi, Barabanki.</a:t>
            </a:r>
          </a:p>
        </p:txBody>
      </p:sp>
      <p:pic>
        <p:nvPicPr>
          <p:cNvPr id="4" name="self-introduction.jpg" descr="C:\Users\lenovo\Desktop\self-introduction.jpg"/>
          <p:cNvPicPr>
            <a:picLocks noChangeAspect="1"/>
          </p:cNvPicPr>
          <p:nvPr/>
        </p:nvPicPr>
        <p:blipFill>
          <a:blip r:link="rId3"/>
          <a:stretch>
            <a:fillRect/>
          </a:stretch>
        </p:blipFill>
        <p:spPr>
          <a:xfrm>
            <a:off x="5579919" y="1540740"/>
            <a:ext cx="6192981" cy="3509241"/>
          </a:xfrm>
          <a:prstGeom prst="rect">
            <a:avLst/>
          </a:prstGeom>
        </p:spPr>
      </p:pic>
      <p:pic>
        <p:nvPicPr>
          <p:cNvPr id="5" name="self-introduction.jpg" descr="C:\Users\lenovo\Desktop\self-introduction.jpg"/>
          <p:cNvPicPr>
            <a:picLocks noChangeAspect="1"/>
          </p:cNvPicPr>
          <p:nvPr/>
        </p:nvPicPr>
        <p:blipFill>
          <a:blip r:link="rId3"/>
          <a:stretch>
            <a:fillRect/>
          </a:stretch>
        </p:blipFill>
        <p:spPr>
          <a:xfrm>
            <a:off x="5590309" y="1506682"/>
            <a:ext cx="6213764" cy="3522519"/>
          </a:xfrm>
          <a:prstGeom prst="rect">
            <a:avLst/>
          </a:prstGeom>
        </p:spPr>
      </p:pic>
    </p:spTree>
    <p:extLst>
      <p:ext uri="{BB962C8B-B14F-4D97-AF65-F5344CB8AC3E}">
        <p14:creationId xmlns="" xmlns:p14="http://schemas.microsoft.com/office/powerpoint/2010/main" val="752814286"/>
      </p:ext>
    </p:extLst>
  </p:cSld>
  <p:clrMapOvr>
    <a:masterClrMapping/>
  </p:clrMapOvr>
  <p:transition>
    <p:fade thruBlk="1"/>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18209" y="1"/>
            <a:ext cx="11741727" cy="1007918"/>
          </a:xfrm>
        </p:spPr>
        <p:txBody>
          <a:bodyPr/>
          <a:lstStyle/>
          <a:p>
            <a:r>
              <a:rPr lang="en-GB" sz="3600" dirty="0" smtClean="0">
                <a:solidFill>
                  <a:schemeClr val="bg2">
                    <a:lumMod val="75000"/>
                  </a:schemeClr>
                </a:solidFill>
                <a:latin typeface="Arial Rounded MT Bold" pitchFamily="34" charset="0"/>
              </a:rPr>
              <a:t/>
            </a:r>
            <a:br>
              <a:rPr lang="en-GB" sz="3600" dirty="0" smtClean="0">
                <a:solidFill>
                  <a:schemeClr val="bg2">
                    <a:lumMod val="75000"/>
                  </a:schemeClr>
                </a:solidFill>
                <a:latin typeface="Arial Rounded MT Bold" pitchFamily="34" charset="0"/>
              </a:rPr>
            </a:br>
            <a:r>
              <a:rPr lang="en-GB" sz="3600" dirty="0" smtClean="0">
                <a:solidFill>
                  <a:schemeClr val="bg2">
                    <a:lumMod val="75000"/>
                  </a:schemeClr>
                </a:solidFill>
                <a:latin typeface="Arial Rounded MT Bold" pitchFamily="34" charset="0"/>
              </a:rPr>
              <a:t>  Mechanical Engineering</a:t>
            </a:r>
            <a:endParaRPr lang="en-US" dirty="0">
              <a:solidFill>
                <a:schemeClr val="bg2">
                  <a:lumMod val="75000"/>
                </a:schemeClr>
              </a:solidFill>
            </a:endParaRPr>
          </a:p>
        </p:txBody>
      </p:sp>
      <p:sp>
        <p:nvSpPr>
          <p:cNvPr id="3" name="Subtitle 2"/>
          <p:cNvSpPr>
            <a:spLocks noGrp="1"/>
          </p:cNvSpPr>
          <p:nvPr>
            <p:ph type="subTitle" idx="1"/>
          </p:nvPr>
        </p:nvSpPr>
        <p:spPr>
          <a:xfrm>
            <a:off x="495108" y="1742332"/>
            <a:ext cx="10098551" cy="2265216"/>
          </a:xfrm>
        </p:spPr>
        <p:txBody>
          <a:bodyPr/>
          <a:lstStyle/>
          <a:p>
            <a:pPr>
              <a:buFont typeface="Wingdings" pitchFamily="2" charset="2"/>
              <a:buChar char="q"/>
            </a:pPr>
            <a:r>
              <a:rPr lang="en-GB" dirty="0" smtClean="0"/>
              <a:t>Mechanical engineering is the study of physical machines that may involve force and movement. It is an engineering branch that combines engineering physical and mathematics principals with materials science, to design , analyze, manufacture, and maintain mechanical systems.</a:t>
            </a:r>
            <a:endParaRPr lang="en-US" dirty="0" smtClean="0"/>
          </a:p>
          <a:p>
            <a:endParaRPr lang="en-US" dirty="0"/>
          </a:p>
        </p:txBody>
      </p:sp>
      <p:sp>
        <p:nvSpPr>
          <p:cNvPr id="7" name="Footer Placeholder 6"/>
          <p:cNvSpPr>
            <a:spLocks noGrp="1"/>
          </p:cNvSpPr>
          <p:nvPr>
            <p:ph type="ftr" sz="quarter" idx="11"/>
          </p:nvPr>
        </p:nvSpPr>
        <p:spPr/>
        <p:txBody>
          <a:bodyPr/>
          <a:lstStyle/>
          <a:p>
            <a:endParaRPr lang="en-US" dirty="0"/>
          </a:p>
        </p:txBody>
      </p:sp>
      <p:sp>
        <p:nvSpPr>
          <p:cNvPr id="8" name="Slide Number Placeholder 7"/>
          <p:cNvSpPr>
            <a:spLocks noGrp="1"/>
          </p:cNvSpPr>
          <p:nvPr>
            <p:ph type="sldNum" sz="quarter" idx="12"/>
          </p:nvPr>
        </p:nvSpPr>
        <p:spPr/>
        <p:txBody>
          <a:bodyPr/>
          <a:lstStyle/>
          <a:p>
            <a:fld id="{DBA1B0FB-D917-4C8C-928F-313BD683BF39}" type="slidenum">
              <a:rPr lang="en-US" smtClean="0"/>
              <a:pPr/>
              <a:t>3</a:t>
            </a:fld>
            <a:endParaRPr lang="en-US" dirty="0"/>
          </a:p>
        </p:txBody>
      </p:sp>
    </p:spTree>
  </p:cSld>
  <p:clrMapOvr>
    <a:masterClrMapping/>
  </p:clrMapOvr>
  <p:transition>
    <p:fade thruBlk="1"/>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13">
            <a:extLst>
              <a:ext uri="{FF2B5EF4-FFF2-40B4-BE49-F238E27FC236}">
                <a16:creationId xmlns="" xmlns:a16="http://schemas.microsoft.com/office/drawing/2014/main" id="{C15EE852-24F1-4643-8082-AB45CFF2BA10}"/>
              </a:ext>
            </a:extLst>
          </p:cNvPr>
          <p:cNvSpPr>
            <a:spLocks noGrp="1"/>
          </p:cNvSpPr>
          <p:nvPr>
            <p:ph type="title"/>
          </p:nvPr>
        </p:nvSpPr>
        <p:spPr>
          <a:xfrm>
            <a:off x="550863" y="549278"/>
            <a:ext cx="9953586" cy="376274"/>
          </a:xfrm>
        </p:spPr>
        <p:txBody>
          <a:bodyPr>
            <a:normAutofit fontScale="90000"/>
          </a:bodyPr>
          <a:lstStyle/>
          <a:p>
            <a:r>
              <a:rPr lang="en-GB" sz="3600" dirty="0" smtClean="0">
                <a:latin typeface="Arial Rounded MT Bold" pitchFamily="34" charset="0"/>
              </a:rPr>
              <a:t>What does Mechanical Engineer do?</a:t>
            </a:r>
            <a:endParaRPr lang="en-US" sz="3600" dirty="0">
              <a:latin typeface="Arial Rounded MT Bold" pitchFamily="34" charset="0"/>
            </a:endParaRPr>
          </a:p>
        </p:txBody>
      </p:sp>
      <p:sp>
        <p:nvSpPr>
          <p:cNvPr id="15" name="Content Placeholder 14">
            <a:extLst>
              <a:ext uri="{FF2B5EF4-FFF2-40B4-BE49-F238E27FC236}">
                <a16:creationId xmlns="" xmlns:a16="http://schemas.microsoft.com/office/drawing/2014/main" id="{4139825C-53C7-44F4-A064-9795CECD081B}"/>
              </a:ext>
            </a:extLst>
          </p:cNvPr>
          <p:cNvSpPr>
            <a:spLocks noGrp="1"/>
          </p:cNvSpPr>
          <p:nvPr>
            <p:ph sz="quarter" idx="15"/>
          </p:nvPr>
        </p:nvSpPr>
        <p:spPr>
          <a:xfrm>
            <a:off x="322263" y="2078040"/>
            <a:ext cx="5154612" cy="3265487"/>
          </a:xfrm>
        </p:spPr>
        <p:txBody>
          <a:bodyPr/>
          <a:lstStyle/>
          <a:p>
            <a:pPr>
              <a:buFont typeface="Wingdings" pitchFamily="2" charset="2"/>
              <a:buChar char="q"/>
            </a:pPr>
            <a:r>
              <a:rPr lang="en-GB" dirty="0" smtClean="0"/>
              <a:t>Mechanical engineers design power-producing machines, internal combustion engines, and steam and gas turbines, as well as power-using machines, such as refrigeration and air-conditions system.</a:t>
            </a:r>
            <a:endParaRPr lang="en-US" dirty="0"/>
          </a:p>
          <a:p>
            <a:endParaRPr lang="en-US" dirty="0"/>
          </a:p>
        </p:txBody>
      </p:sp>
      <p:sp>
        <p:nvSpPr>
          <p:cNvPr id="20" name="Footer Placeholder 19">
            <a:extLst>
              <a:ext uri="{FF2B5EF4-FFF2-40B4-BE49-F238E27FC236}">
                <a16:creationId xmlns="" xmlns:a16="http://schemas.microsoft.com/office/drawing/2014/main" id="{C77C6228-C5A8-44DC-ABD7-A22A4475D3DF}"/>
              </a:ext>
            </a:extLst>
          </p:cNvPr>
          <p:cNvSpPr>
            <a:spLocks noGrp="1"/>
          </p:cNvSpPr>
          <p:nvPr>
            <p:ph type="ftr" sz="quarter" idx="11"/>
          </p:nvPr>
        </p:nvSpPr>
        <p:spPr/>
        <p:txBody>
          <a:bodyPr/>
          <a:lstStyle/>
          <a:p>
            <a:r>
              <a:rPr lang="en-US" dirty="0"/>
              <a:t>Sample Footer Text</a:t>
            </a:r>
          </a:p>
        </p:txBody>
      </p:sp>
      <p:sp>
        <p:nvSpPr>
          <p:cNvPr id="21" name="Slide Number Placeholder 20">
            <a:extLst>
              <a:ext uri="{FF2B5EF4-FFF2-40B4-BE49-F238E27FC236}">
                <a16:creationId xmlns="" xmlns:a16="http://schemas.microsoft.com/office/drawing/2014/main" id="{1C563B34-DD53-4FB1-B8C2-8914E01C6365}"/>
              </a:ext>
            </a:extLst>
          </p:cNvPr>
          <p:cNvSpPr>
            <a:spLocks noGrp="1"/>
          </p:cNvSpPr>
          <p:nvPr>
            <p:ph type="sldNum" sz="quarter" idx="12"/>
          </p:nvPr>
        </p:nvSpPr>
        <p:spPr/>
        <p:txBody>
          <a:bodyPr/>
          <a:lstStyle/>
          <a:p>
            <a:fld id="{DBA1B0FB-D917-4C8C-928F-313BD683BF39}" type="slidenum">
              <a:rPr lang="en-US" smtClean="0"/>
              <a:pPr/>
              <a:t>4</a:t>
            </a:fld>
            <a:endParaRPr lang="en-US" dirty="0"/>
          </a:p>
        </p:txBody>
      </p:sp>
      <p:pic>
        <p:nvPicPr>
          <p:cNvPr id="6" name="495.jpg" descr="C:\Users\lenovo\Desktop\495.jpg"/>
          <p:cNvPicPr>
            <a:picLocks noChangeAspect="1"/>
          </p:cNvPicPr>
          <p:nvPr/>
        </p:nvPicPr>
        <p:blipFill>
          <a:blip r:link="rId2"/>
          <a:stretch>
            <a:fillRect/>
          </a:stretch>
        </p:blipFill>
        <p:spPr>
          <a:xfrm>
            <a:off x="6005946" y="1797629"/>
            <a:ext cx="5808518" cy="3190008"/>
          </a:xfrm>
          <a:prstGeom prst="rect">
            <a:avLst/>
          </a:prstGeom>
        </p:spPr>
      </p:pic>
      <p:pic>
        <p:nvPicPr>
          <p:cNvPr id="7" name="495.jpg" descr="C:\Users\lenovo\Desktop\495.jpg"/>
          <p:cNvPicPr>
            <a:picLocks noChangeAspect="1"/>
          </p:cNvPicPr>
          <p:nvPr/>
        </p:nvPicPr>
        <p:blipFill>
          <a:blip r:link="rId2"/>
          <a:stretch>
            <a:fillRect/>
          </a:stretch>
        </p:blipFill>
        <p:spPr>
          <a:xfrm>
            <a:off x="5912426" y="1766455"/>
            <a:ext cx="6010563" cy="3231572"/>
          </a:xfrm>
          <a:prstGeom prst="rect">
            <a:avLst/>
          </a:prstGeom>
        </p:spPr>
      </p:pic>
    </p:spTree>
    <p:extLst>
      <p:ext uri="{BB962C8B-B14F-4D97-AF65-F5344CB8AC3E}">
        <p14:creationId xmlns="" xmlns:p14="http://schemas.microsoft.com/office/powerpoint/2010/main" val="395518310"/>
      </p:ext>
    </p:extLst>
  </p:cSld>
  <p:clrMapOvr>
    <a:masterClrMapping/>
  </p:clrMapOvr>
  <p:transition>
    <p:fade thruBlk="1"/>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0046426E-F6F6-4A7C-9181-8C3090996261}"/>
              </a:ext>
            </a:extLst>
          </p:cNvPr>
          <p:cNvSpPr>
            <a:spLocks noGrp="1"/>
          </p:cNvSpPr>
          <p:nvPr>
            <p:ph type="title"/>
          </p:nvPr>
        </p:nvSpPr>
        <p:spPr>
          <a:xfrm>
            <a:off x="4152709" y="270496"/>
            <a:ext cx="3565524" cy="622300"/>
          </a:xfrm>
        </p:spPr>
        <p:txBody>
          <a:bodyPr/>
          <a:lstStyle/>
          <a:p>
            <a:r>
              <a:rPr lang="en-GB" dirty="0" smtClean="0">
                <a:latin typeface="Arial Rounded MT Bold" pitchFamily="34" charset="0"/>
              </a:rPr>
              <a:t>Topics</a:t>
            </a:r>
            <a:endParaRPr lang="en-US" dirty="0">
              <a:latin typeface="Arial Rounded MT Bold" pitchFamily="34" charset="0"/>
            </a:endParaRPr>
          </a:p>
        </p:txBody>
      </p:sp>
      <p:sp>
        <p:nvSpPr>
          <p:cNvPr id="3" name="Content Placeholder 2">
            <a:extLst>
              <a:ext uri="{FF2B5EF4-FFF2-40B4-BE49-F238E27FC236}">
                <a16:creationId xmlns="" xmlns:a16="http://schemas.microsoft.com/office/drawing/2014/main" id="{D3B60D6F-4D0F-4D33-B2A7-159C8583FF00}"/>
              </a:ext>
            </a:extLst>
          </p:cNvPr>
          <p:cNvSpPr>
            <a:spLocks noGrp="1"/>
          </p:cNvSpPr>
          <p:nvPr>
            <p:ph idx="1"/>
          </p:nvPr>
        </p:nvSpPr>
        <p:spPr>
          <a:xfrm>
            <a:off x="379414" y="1312910"/>
            <a:ext cx="7248020" cy="5121344"/>
          </a:xfrm>
        </p:spPr>
        <p:txBody>
          <a:bodyPr/>
          <a:lstStyle/>
          <a:p>
            <a:endParaRPr lang="en-US" dirty="0" smtClean="0"/>
          </a:p>
          <a:p>
            <a:pPr>
              <a:buFont typeface="Wingdings" pitchFamily="2" charset="2"/>
              <a:buChar char="v"/>
            </a:pPr>
            <a:r>
              <a:rPr lang="en-GB" dirty="0" smtClean="0"/>
              <a:t>Introduction of CNC machine</a:t>
            </a:r>
            <a:endParaRPr lang="en-US" dirty="0"/>
          </a:p>
          <a:p>
            <a:pPr>
              <a:buFont typeface="Wingdings" pitchFamily="2" charset="2"/>
              <a:buChar char="v"/>
            </a:pPr>
            <a:r>
              <a:rPr lang="en-GB" dirty="0" smtClean="0"/>
              <a:t>History of CNC Machine.</a:t>
            </a:r>
          </a:p>
          <a:p>
            <a:pPr>
              <a:buFont typeface="Wingdings" pitchFamily="2" charset="2"/>
              <a:buChar char="v"/>
            </a:pPr>
            <a:r>
              <a:rPr lang="en-GB" dirty="0" smtClean="0"/>
              <a:t>Application of CNC Machine.</a:t>
            </a:r>
          </a:p>
          <a:p>
            <a:pPr>
              <a:buFont typeface="Wingdings" pitchFamily="2" charset="2"/>
              <a:buChar char="v"/>
            </a:pPr>
            <a:r>
              <a:rPr lang="en-GB" dirty="0" smtClean="0"/>
              <a:t>Compression between lathe machine and CNC Machine.</a:t>
            </a:r>
          </a:p>
          <a:p>
            <a:pPr>
              <a:buFont typeface="Wingdings" pitchFamily="2" charset="2"/>
              <a:buChar char="v"/>
            </a:pPr>
            <a:r>
              <a:rPr lang="en-GB" dirty="0" smtClean="0"/>
              <a:t>Parts of CNC Machine.</a:t>
            </a:r>
          </a:p>
          <a:p>
            <a:pPr>
              <a:buFont typeface="Wingdings" pitchFamily="2" charset="2"/>
              <a:buChar char="v"/>
            </a:pPr>
            <a:r>
              <a:rPr lang="en-GB" dirty="0" smtClean="0"/>
              <a:t>Types of CNC Machine.</a:t>
            </a:r>
            <a:endParaRPr lang="en-US" dirty="0"/>
          </a:p>
        </p:txBody>
      </p:sp>
      <p:sp>
        <p:nvSpPr>
          <p:cNvPr id="14" name="Footer Placeholder 13">
            <a:extLst>
              <a:ext uri="{FF2B5EF4-FFF2-40B4-BE49-F238E27FC236}">
                <a16:creationId xmlns="" xmlns:a16="http://schemas.microsoft.com/office/drawing/2014/main" id="{B01DF4D0-78BC-4C8C-9570-26F0B225433A}"/>
              </a:ext>
            </a:extLst>
          </p:cNvPr>
          <p:cNvSpPr>
            <a:spLocks noGrp="1"/>
          </p:cNvSpPr>
          <p:nvPr>
            <p:ph type="ftr" sz="quarter" idx="11"/>
          </p:nvPr>
        </p:nvSpPr>
        <p:spPr/>
        <p:txBody>
          <a:bodyPr/>
          <a:lstStyle/>
          <a:p>
            <a:r>
              <a:rPr lang="en-US" dirty="0"/>
              <a:t>Sample Footer Text</a:t>
            </a:r>
          </a:p>
        </p:txBody>
      </p:sp>
      <p:sp>
        <p:nvSpPr>
          <p:cNvPr id="15" name="Slide Number Placeholder 14">
            <a:extLst>
              <a:ext uri="{FF2B5EF4-FFF2-40B4-BE49-F238E27FC236}">
                <a16:creationId xmlns="" xmlns:a16="http://schemas.microsoft.com/office/drawing/2014/main" id="{3B199C97-F175-437D-8311-DB662925C063}"/>
              </a:ext>
            </a:extLst>
          </p:cNvPr>
          <p:cNvSpPr>
            <a:spLocks noGrp="1"/>
          </p:cNvSpPr>
          <p:nvPr>
            <p:ph type="sldNum" sz="quarter" idx="12"/>
          </p:nvPr>
        </p:nvSpPr>
        <p:spPr/>
        <p:txBody>
          <a:bodyPr/>
          <a:lstStyle/>
          <a:p>
            <a:fld id="{DBA1B0FB-D917-4C8C-928F-313BD683BF39}" type="slidenum">
              <a:rPr lang="en-US" smtClean="0"/>
              <a:pPr/>
              <a:t>5</a:t>
            </a:fld>
            <a:endParaRPr lang="en-US" dirty="0"/>
          </a:p>
        </p:txBody>
      </p:sp>
    </p:spTree>
    <p:extLst>
      <p:ext uri="{BB962C8B-B14F-4D97-AF65-F5344CB8AC3E}">
        <p14:creationId xmlns="" xmlns:p14="http://schemas.microsoft.com/office/powerpoint/2010/main" val="2313234867"/>
      </p:ext>
    </p:extLst>
  </p:cSld>
  <p:clrMapOvr>
    <a:masterClrMapping/>
  </p:clrMapOvr>
  <p:transition>
    <p:fade thruBlk="1"/>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a:extLst>
              <a:ext uri="{FF2B5EF4-FFF2-40B4-BE49-F238E27FC236}">
                <a16:creationId xmlns="" xmlns:a16="http://schemas.microsoft.com/office/drawing/2014/main" id="{23418ADF-358F-4647-A511-FCFFEDA83429}"/>
              </a:ext>
            </a:extLst>
          </p:cNvPr>
          <p:cNvSpPr>
            <a:spLocks noGrp="1"/>
          </p:cNvSpPr>
          <p:nvPr>
            <p:ph type="title"/>
          </p:nvPr>
        </p:nvSpPr>
        <p:spPr>
          <a:xfrm>
            <a:off x="1468664" y="301083"/>
            <a:ext cx="9794068" cy="1371457"/>
          </a:xfrm>
        </p:spPr>
        <p:txBody>
          <a:bodyPr/>
          <a:lstStyle/>
          <a:p>
            <a:r>
              <a:rPr lang="en-US" sz="4000" dirty="0" smtClean="0">
                <a:latin typeface="Arial Rounded MT Bold" pitchFamily="34" charset="0"/>
              </a:rPr>
              <a:t>Introduction Of CNC Machine</a:t>
            </a:r>
            <a:endParaRPr lang="en-US" sz="4000" dirty="0">
              <a:latin typeface="Arial Rounded MT Bold" pitchFamily="34" charset="0"/>
            </a:endParaRPr>
          </a:p>
        </p:txBody>
      </p:sp>
      <p:sp>
        <p:nvSpPr>
          <p:cNvPr id="5" name="Footer Placeholder 4">
            <a:extLst>
              <a:ext uri="{FF2B5EF4-FFF2-40B4-BE49-F238E27FC236}">
                <a16:creationId xmlns="" xmlns:a16="http://schemas.microsoft.com/office/drawing/2014/main" id="{06A3302E-502D-4151-81C9-5FD6AF9596D6}"/>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 xmlns:a16="http://schemas.microsoft.com/office/drawing/2014/main" id="{9ED907F8-C614-4D59-A03F-BF9CD5E35703}"/>
              </a:ext>
            </a:extLst>
          </p:cNvPr>
          <p:cNvSpPr>
            <a:spLocks noGrp="1"/>
          </p:cNvSpPr>
          <p:nvPr>
            <p:ph type="sldNum" sz="quarter" idx="12"/>
          </p:nvPr>
        </p:nvSpPr>
        <p:spPr>
          <a:xfrm>
            <a:off x="5802351" y="1051326"/>
            <a:ext cx="609600" cy="441325"/>
          </a:xfrm>
        </p:spPr>
        <p:txBody>
          <a:bodyPr/>
          <a:lstStyle/>
          <a:p>
            <a:fld id="{DBA1B0FB-D917-4C8C-928F-313BD683BF39}" type="slidenum">
              <a:rPr lang="en-US" smtClean="0"/>
              <a:pPr/>
              <a:t>6</a:t>
            </a:fld>
            <a:endParaRPr lang="en-US" dirty="0"/>
          </a:p>
        </p:txBody>
      </p:sp>
      <p:sp>
        <p:nvSpPr>
          <p:cNvPr id="12" name="Content Placeholder 11">
            <a:extLst>
              <a:ext uri="{FF2B5EF4-FFF2-40B4-BE49-F238E27FC236}">
                <a16:creationId xmlns="" xmlns:a16="http://schemas.microsoft.com/office/drawing/2014/main" id="{E5127060-CDBF-435F-9009-A5451CCE305D}"/>
              </a:ext>
            </a:extLst>
          </p:cNvPr>
          <p:cNvSpPr>
            <a:spLocks noGrp="1"/>
          </p:cNvSpPr>
          <p:nvPr>
            <p:ph sz="quarter" idx="15"/>
          </p:nvPr>
        </p:nvSpPr>
        <p:spPr>
          <a:xfrm>
            <a:off x="624469" y="1784196"/>
            <a:ext cx="8636099" cy="3776472"/>
          </a:xfrm>
          <a:noFill/>
        </p:spPr>
        <p:txBody>
          <a:bodyPr>
            <a:normAutofit/>
          </a:bodyPr>
          <a:lstStyle/>
          <a:p>
            <a:pPr>
              <a:buFont typeface="Wingdings" pitchFamily="2" charset="2"/>
              <a:buChar char="q"/>
            </a:pPr>
            <a:r>
              <a:rPr lang="en-US" dirty="0" smtClean="0"/>
              <a:t> Computer numeric control(CNC) is a manufacturing method that automates the control, movement and precision of machine tools through the use of preprogrammed computer software, which is embedded inside the tools.</a:t>
            </a:r>
            <a:endParaRPr lang="en-US" dirty="0"/>
          </a:p>
        </p:txBody>
      </p:sp>
    </p:spTree>
    <p:extLst>
      <p:ext uri="{BB962C8B-B14F-4D97-AF65-F5344CB8AC3E}">
        <p14:creationId xmlns="" xmlns:p14="http://schemas.microsoft.com/office/powerpoint/2010/main" val="2158886557"/>
      </p:ext>
    </p:extLst>
  </p:cSld>
  <p:clrMapOvr>
    <a:masterClrMapping/>
  </p:clrMapOvr>
  <p:transition>
    <p:fade thruBlk="1"/>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613841" y="225889"/>
            <a:ext cx="5926137" cy="812800"/>
          </a:xfrm>
        </p:spPr>
        <p:txBody>
          <a:bodyPr/>
          <a:lstStyle/>
          <a:p>
            <a:r>
              <a:rPr lang="en-GB" sz="3200" dirty="0" smtClean="0">
                <a:latin typeface="Arial Rounded MT Bold" pitchFamily="34" charset="0"/>
              </a:rPr>
              <a:t>History of CNC Machines</a:t>
            </a:r>
            <a:endParaRPr lang="en-US" sz="3200" dirty="0">
              <a:latin typeface="Arial Rounded MT Bold" pitchFamily="34" charset="0"/>
            </a:endParaRPr>
          </a:p>
        </p:txBody>
      </p:sp>
      <p:sp>
        <p:nvSpPr>
          <p:cNvPr id="3" name="Subtitle 2"/>
          <p:cNvSpPr>
            <a:spLocks noGrp="1"/>
          </p:cNvSpPr>
          <p:nvPr>
            <p:ph type="subTitle" idx="1"/>
          </p:nvPr>
        </p:nvSpPr>
        <p:spPr>
          <a:xfrm>
            <a:off x="367798" y="1847805"/>
            <a:ext cx="5437187" cy="2544615"/>
          </a:xfrm>
        </p:spPr>
        <p:txBody>
          <a:bodyPr/>
          <a:lstStyle/>
          <a:p>
            <a:pPr>
              <a:buFont typeface="Wingdings" pitchFamily="2" charset="2"/>
              <a:buChar char="q"/>
            </a:pPr>
            <a:r>
              <a:rPr lang="en-GB" dirty="0" smtClean="0"/>
              <a:t>The first CNC machine was developed in1952 by a team of researchers working at MIT(Massachusetts Institute) of Technology. This advancement followed the development of the first NC ( Numerical Control) machine in 1949.</a:t>
            </a:r>
            <a:endParaRPr lang="en-US" dirty="0"/>
          </a:p>
        </p:txBody>
      </p:sp>
      <p:pic>
        <p:nvPicPr>
          <p:cNvPr id="13" name="istockphoto-838527584-612x612.jpg" descr="C:\Users\lenovo\Desktop\istockphoto-838527584-612x612.jpg"/>
          <p:cNvPicPr>
            <a:picLocks noGrp="1" noChangeAspect="1"/>
          </p:cNvPicPr>
          <p:nvPr>
            <p:ph type="pic" sz="quarter" idx="15"/>
          </p:nvPr>
        </p:nvPicPr>
        <p:blipFill>
          <a:blip r:link="rId2"/>
          <a:srcRect l="391" r="391"/>
          <a:stretch>
            <a:fillRect/>
          </a:stretch>
        </p:blipFill>
        <p:spPr>
          <a:xfrm>
            <a:off x="6623156" y="1853332"/>
            <a:ext cx="5084064" cy="2880360"/>
          </a:xfrm>
        </p:spPr>
      </p:pic>
      <p:sp>
        <p:nvSpPr>
          <p:cNvPr id="6" name="Date Placeholder 5"/>
          <p:cNvSpPr>
            <a:spLocks noGrp="1"/>
          </p:cNvSpPr>
          <p:nvPr>
            <p:ph type="dt" sz="half" idx="10"/>
          </p:nvPr>
        </p:nvSpPr>
        <p:spPr/>
        <p:txBody>
          <a:bodyPr/>
          <a:lstStyle/>
          <a:p>
            <a:endParaRPr lang="en-US" dirty="0"/>
          </a:p>
        </p:txBody>
      </p:sp>
      <p:sp>
        <p:nvSpPr>
          <p:cNvPr id="7" name="Footer Placeholder 6"/>
          <p:cNvSpPr>
            <a:spLocks noGrp="1"/>
          </p:cNvSpPr>
          <p:nvPr>
            <p:ph type="ftr" sz="quarter" idx="11"/>
          </p:nvPr>
        </p:nvSpPr>
        <p:spPr/>
        <p:txBody>
          <a:bodyPr/>
          <a:lstStyle/>
          <a:p>
            <a:endParaRPr lang="en-US" dirty="0"/>
          </a:p>
        </p:txBody>
      </p:sp>
      <p:sp>
        <p:nvSpPr>
          <p:cNvPr id="8" name="Slide Number Placeholder 7"/>
          <p:cNvSpPr>
            <a:spLocks noGrp="1"/>
          </p:cNvSpPr>
          <p:nvPr>
            <p:ph type="sldNum" sz="quarter" idx="12"/>
          </p:nvPr>
        </p:nvSpPr>
        <p:spPr/>
        <p:txBody>
          <a:bodyPr/>
          <a:lstStyle/>
          <a:p>
            <a:fld id="{DBA1B0FB-D917-4C8C-928F-313BD683BF39}" type="slidenum">
              <a:rPr lang="en-US" smtClean="0"/>
              <a:pPr/>
              <a:t>7</a:t>
            </a:fld>
            <a:endParaRPr lang="en-US" dirty="0"/>
          </a:p>
        </p:txBody>
      </p:sp>
    </p:spTree>
  </p:cSld>
  <p:clrMapOvr>
    <a:masterClrMapping/>
  </p:clrMapOvr>
  <p:transition>
    <p:fade thruBlk="1"/>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07819" y="0"/>
            <a:ext cx="11741726" cy="1039091"/>
          </a:xfrm>
        </p:spPr>
        <p:txBody>
          <a:bodyPr/>
          <a:lstStyle/>
          <a:p>
            <a:r>
              <a:rPr lang="en-GB" dirty="0" smtClean="0">
                <a:latin typeface="Arial Rounded MT Bold" pitchFamily="34" charset="0"/>
              </a:rPr>
              <a:t>Application of CNC Machine</a:t>
            </a:r>
            <a:endParaRPr lang="en-US" dirty="0">
              <a:latin typeface="Arial Rounded MT Bold" pitchFamily="34" charset="0"/>
            </a:endParaRPr>
          </a:p>
        </p:txBody>
      </p:sp>
      <p:sp>
        <p:nvSpPr>
          <p:cNvPr id="3" name="Subtitle 2"/>
          <p:cNvSpPr>
            <a:spLocks noGrp="1"/>
          </p:cNvSpPr>
          <p:nvPr>
            <p:ph type="subTitle" idx="1"/>
          </p:nvPr>
        </p:nvSpPr>
        <p:spPr>
          <a:xfrm>
            <a:off x="291092" y="1562392"/>
            <a:ext cx="6255181" cy="2265216"/>
          </a:xfrm>
        </p:spPr>
        <p:txBody>
          <a:bodyPr/>
          <a:lstStyle/>
          <a:p>
            <a:pPr>
              <a:buFont typeface="Wingdings" pitchFamily="2" charset="2"/>
              <a:buChar char="q"/>
            </a:pPr>
            <a:r>
              <a:rPr lang="en-GB" dirty="0" smtClean="0"/>
              <a:t>CNC machining is widely used in the defense industry for producing high-precision components for aerospace systems, weapon systems, armor, vehicle components, and communication and electronics equipment.</a:t>
            </a:r>
          </a:p>
          <a:p>
            <a:endParaRPr lang="en-GB" dirty="0" smtClean="0"/>
          </a:p>
          <a:p>
            <a:r>
              <a:rPr lang="en-GB" u="sng" dirty="0" smtClean="0">
                <a:latin typeface="Arial Rounded MT Bold" pitchFamily="34" charset="0"/>
              </a:rPr>
              <a:t>Industries That Use CNC Machining</a:t>
            </a:r>
          </a:p>
          <a:p>
            <a:pPr marL="457200" indent="-457200">
              <a:buAutoNum type="arabicParenR"/>
            </a:pPr>
            <a:endParaRPr lang="en-GB" dirty="0" smtClean="0"/>
          </a:p>
          <a:p>
            <a:pPr marL="457200" indent="-457200">
              <a:buAutoNum type="arabicParenR"/>
            </a:pPr>
            <a:r>
              <a:rPr lang="en-GB" dirty="0" smtClean="0"/>
              <a:t>Automotive Industries</a:t>
            </a:r>
          </a:p>
          <a:p>
            <a:pPr marL="457200" indent="-457200">
              <a:buAutoNum type="arabicParenR"/>
            </a:pPr>
            <a:r>
              <a:rPr lang="en-GB" dirty="0" smtClean="0"/>
              <a:t>Healthcare Centre etc.</a:t>
            </a:r>
          </a:p>
          <a:p>
            <a:endParaRPr lang="en-GB" dirty="0" smtClean="0">
              <a:latin typeface="Arial Rounded MT Bold" pitchFamily="34" charset="0"/>
            </a:endParaRPr>
          </a:p>
          <a:p>
            <a:endParaRPr lang="en-GB" b="1" dirty="0" smtClean="0">
              <a:latin typeface="Arial Rounded MT Bold" pitchFamily="34" charset="0"/>
            </a:endParaRPr>
          </a:p>
          <a:p>
            <a:endParaRPr lang="en-US" dirty="0"/>
          </a:p>
        </p:txBody>
      </p:sp>
      <p:sp>
        <p:nvSpPr>
          <p:cNvPr id="6" name="Date Placeholder 5"/>
          <p:cNvSpPr>
            <a:spLocks noGrp="1"/>
          </p:cNvSpPr>
          <p:nvPr>
            <p:ph type="dt" sz="half" idx="10"/>
          </p:nvPr>
        </p:nvSpPr>
        <p:spPr>
          <a:xfrm>
            <a:off x="7669646" y="6363420"/>
            <a:ext cx="4059936" cy="365760"/>
          </a:xfrm>
        </p:spPr>
        <p:txBody>
          <a:bodyPr/>
          <a:lstStyle/>
          <a:p>
            <a:endParaRPr lang="en-US" dirty="0"/>
          </a:p>
        </p:txBody>
      </p:sp>
      <p:sp>
        <p:nvSpPr>
          <p:cNvPr id="7" name="Footer Placeholder 6"/>
          <p:cNvSpPr>
            <a:spLocks noGrp="1"/>
          </p:cNvSpPr>
          <p:nvPr>
            <p:ph type="ftr" sz="quarter" idx="11"/>
          </p:nvPr>
        </p:nvSpPr>
        <p:spPr/>
        <p:txBody>
          <a:bodyPr/>
          <a:lstStyle/>
          <a:p>
            <a:r>
              <a:rPr lang="en-US" smtClean="0"/>
              <a:t>Sample Footer Text</a:t>
            </a:r>
            <a:endParaRPr lang="en-US" dirty="0"/>
          </a:p>
        </p:txBody>
      </p:sp>
      <p:sp>
        <p:nvSpPr>
          <p:cNvPr id="8" name="Slide Number Placeholder 7"/>
          <p:cNvSpPr>
            <a:spLocks noGrp="1"/>
          </p:cNvSpPr>
          <p:nvPr>
            <p:ph type="sldNum" sz="quarter" idx="12"/>
          </p:nvPr>
        </p:nvSpPr>
        <p:spPr/>
        <p:txBody>
          <a:bodyPr/>
          <a:lstStyle/>
          <a:p>
            <a:fld id="{DBA1B0FB-D917-4C8C-928F-313BD683BF39}" type="slidenum">
              <a:rPr lang="en-US" smtClean="0"/>
              <a:pPr/>
              <a:t>8</a:t>
            </a:fld>
            <a:endParaRPr lang="en-US"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550864" y="914400"/>
            <a:ext cx="11367509" cy="966355"/>
          </a:xfrm>
        </p:spPr>
        <p:txBody>
          <a:bodyPr/>
          <a:lstStyle/>
          <a:p>
            <a:r>
              <a:rPr lang="en-US" b="1" dirty="0" smtClean="0">
                <a:latin typeface="Arial Rounded MT Bold" pitchFamily="34" charset="0"/>
              </a:rPr>
              <a:t>Automotive Industry</a:t>
            </a:r>
            <a:r>
              <a:rPr lang="en-US" b="1" dirty="0" smtClean="0"/>
              <a:t/>
            </a:r>
            <a:br>
              <a:rPr lang="en-US" b="1" dirty="0" smtClean="0"/>
            </a:br>
            <a:r>
              <a:rPr lang="en-US" dirty="0" smtClean="0"/>
              <a:t/>
            </a:r>
            <a:br>
              <a:rPr lang="en-US" dirty="0" smtClean="0"/>
            </a:br>
            <a:endParaRPr lang="en-US" dirty="0"/>
          </a:p>
        </p:txBody>
      </p:sp>
      <p:sp>
        <p:nvSpPr>
          <p:cNvPr id="3" name="Subtitle 2"/>
          <p:cNvSpPr>
            <a:spLocks noGrp="1"/>
          </p:cNvSpPr>
          <p:nvPr>
            <p:ph type="subTitle" idx="1"/>
          </p:nvPr>
        </p:nvSpPr>
        <p:spPr>
          <a:xfrm>
            <a:off x="343046" y="2019591"/>
            <a:ext cx="5437187" cy="2812181"/>
          </a:xfrm>
        </p:spPr>
        <p:txBody>
          <a:bodyPr/>
          <a:lstStyle/>
          <a:p>
            <a:pPr>
              <a:buFont typeface="Wingdings" pitchFamily="2" charset="2"/>
              <a:buChar char="q"/>
            </a:pPr>
            <a:r>
              <a:rPr lang="en-GB" dirty="0" smtClean="0"/>
              <a:t>The automotive industry regularly enjoys the uses of CNC milling machine for both prototyping and production. Extruded metal can be machined into cylinder blocks, gearboxes, valves, axels, and various other components.</a:t>
            </a:r>
            <a:endParaRPr lang="en-US" dirty="0"/>
          </a:p>
        </p:txBody>
      </p:sp>
      <p:pic>
        <p:nvPicPr>
          <p:cNvPr id="9" name="applications-of-cnc-machining-in-the-automotive-industry.jpg" descr="C:\Users\lenovo\Desktop\applications-of-cnc-machining-in-the-automotive-industry.jpg"/>
          <p:cNvPicPr>
            <a:picLocks noGrp="1" noChangeAspect="1"/>
          </p:cNvPicPr>
          <p:nvPr>
            <p:ph type="pic" sz="quarter" idx="16"/>
          </p:nvPr>
        </p:nvPicPr>
        <p:blipFill>
          <a:blip r:link="rId2"/>
          <a:srcRect t="8091" b="8091"/>
          <a:stretch>
            <a:fillRect/>
          </a:stretch>
        </p:blipFill>
        <p:spPr>
          <a:xfrm>
            <a:off x="6639359" y="2036475"/>
            <a:ext cx="5084762" cy="2879725"/>
          </a:xfrm>
        </p:spPr>
      </p:pic>
      <p:sp>
        <p:nvSpPr>
          <p:cNvPr id="6" name="Date Placeholder 5"/>
          <p:cNvSpPr>
            <a:spLocks noGrp="1"/>
          </p:cNvSpPr>
          <p:nvPr>
            <p:ph type="dt" sz="half" idx="10"/>
          </p:nvPr>
        </p:nvSpPr>
        <p:spPr/>
        <p:txBody>
          <a:bodyPr/>
          <a:lstStyle/>
          <a:p>
            <a:endParaRPr lang="en-US" dirty="0"/>
          </a:p>
        </p:txBody>
      </p:sp>
      <p:sp>
        <p:nvSpPr>
          <p:cNvPr id="7" name="Footer Placeholder 6"/>
          <p:cNvSpPr>
            <a:spLocks noGrp="1"/>
          </p:cNvSpPr>
          <p:nvPr>
            <p:ph type="ftr" sz="quarter" idx="11"/>
          </p:nvPr>
        </p:nvSpPr>
        <p:spPr/>
        <p:txBody>
          <a:bodyPr/>
          <a:lstStyle/>
          <a:p>
            <a:r>
              <a:rPr lang="en-US" smtClean="0"/>
              <a:t>Sample Footer Text</a:t>
            </a:r>
            <a:endParaRPr lang="en-US" dirty="0"/>
          </a:p>
        </p:txBody>
      </p:sp>
      <p:sp>
        <p:nvSpPr>
          <p:cNvPr id="8" name="Slide Number Placeholder 7"/>
          <p:cNvSpPr>
            <a:spLocks noGrp="1"/>
          </p:cNvSpPr>
          <p:nvPr>
            <p:ph type="sldNum" sz="quarter" idx="12"/>
          </p:nvPr>
        </p:nvSpPr>
        <p:spPr/>
        <p:txBody>
          <a:bodyPr/>
          <a:lstStyle/>
          <a:p>
            <a:fld id="{DBA1B0FB-D917-4C8C-928F-313BD683BF39}" type="slidenum">
              <a:rPr lang="en-US" smtClean="0"/>
              <a:pPr/>
              <a:t>9</a:t>
            </a:fld>
            <a:endParaRPr lang="en-US"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07818" y="176646"/>
            <a:ext cx="11772900" cy="644236"/>
          </a:xfrm>
        </p:spPr>
        <p:txBody>
          <a:bodyPr/>
          <a:lstStyle/>
          <a:p>
            <a:r>
              <a:rPr lang="en-GB" dirty="0" smtClean="0">
                <a:latin typeface="Arial Rounded MT Bold" pitchFamily="34" charset="0"/>
              </a:rPr>
              <a:t>Healthcare Centre</a:t>
            </a:r>
            <a:endParaRPr lang="en-US" dirty="0">
              <a:latin typeface="Arial Rounded MT Bold" pitchFamily="34" charset="0"/>
            </a:endParaRPr>
          </a:p>
        </p:txBody>
      </p:sp>
      <p:sp>
        <p:nvSpPr>
          <p:cNvPr id="3" name="Subtitle 2"/>
          <p:cNvSpPr>
            <a:spLocks noGrp="1"/>
          </p:cNvSpPr>
          <p:nvPr>
            <p:ph type="subTitle" idx="1"/>
          </p:nvPr>
        </p:nvSpPr>
        <p:spPr>
          <a:xfrm>
            <a:off x="540473" y="1541609"/>
            <a:ext cx="5870718" cy="3747363"/>
          </a:xfrm>
        </p:spPr>
        <p:txBody>
          <a:bodyPr/>
          <a:lstStyle/>
          <a:p>
            <a:pPr>
              <a:buFont typeface="Wingdings" pitchFamily="2" charset="2"/>
              <a:buChar char="q"/>
            </a:pPr>
            <a:r>
              <a:rPr lang="en-GB" dirty="0" smtClean="0"/>
              <a:t>Since the process is suited to one-off custom parts, it has many applications in the medical industry. The tight tolerances afforded by CNC machining are essential to the high performance of machined medical components. CNC machinable medical parts include surgical instruments, electronic enclosures, orthotics, and implants.</a:t>
            </a:r>
            <a:endParaRPr lang="en-US" dirty="0"/>
          </a:p>
        </p:txBody>
      </p:sp>
      <p:pic>
        <p:nvPicPr>
          <p:cNvPr id="9" name="cnc-machining-uses-in-healthcare-sector.jpg" descr="C:\Users\lenovo\Desktop\cnc-machining-uses-in-healthcare-sector.jpg"/>
          <p:cNvPicPr>
            <a:picLocks noGrp="1" noChangeAspect="1"/>
          </p:cNvPicPr>
          <p:nvPr>
            <p:ph type="pic" sz="quarter" idx="16"/>
          </p:nvPr>
        </p:nvPicPr>
        <p:blipFill>
          <a:blip r:link="rId2"/>
          <a:srcRect t="8077" b="8077"/>
          <a:stretch>
            <a:fillRect/>
          </a:stretch>
        </p:blipFill>
        <p:spPr>
          <a:xfrm>
            <a:off x="6494463" y="1881188"/>
            <a:ext cx="5083175" cy="2879725"/>
          </a:xfrm>
        </p:spPr>
      </p:pic>
      <p:sp>
        <p:nvSpPr>
          <p:cNvPr id="6" name="Date Placeholder 5"/>
          <p:cNvSpPr>
            <a:spLocks noGrp="1"/>
          </p:cNvSpPr>
          <p:nvPr>
            <p:ph type="dt" sz="half" idx="10"/>
          </p:nvPr>
        </p:nvSpPr>
        <p:spPr/>
        <p:txBody>
          <a:bodyPr/>
          <a:lstStyle/>
          <a:p>
            <a:endParaRPr lang="en-US" dirty="0"/>
          </a:p>
        </p:txBody>
      </p:sp>
      <p:sp>
        <p:nvSpPr>
          <p:cNvPr id="7" name="Footer Placeholder 6"/>
          <p:cNvSpPr>
            <a:spLocks noGrp="1"/>
          </p:cNvSpPr>
          <p:nvPr>
            <p:ph type="ftr" sz="quarter" idx="11"/>
          </p:nvPr>
        </p:nvSpPr>
        <p:spPr/>
        <p:txBody>
          <a:bodyPr/>
          <a:lstStyle/>
          <a:p>
            <a:r>
              <a:rPr lang="en-US" smtClean="0"/>
              <a:t>Sample Footer Text</a:t>
            </a:r>
            <a:endParaRPr lang="en-US" dirty="0"/>
          </a:p>
        </p:txBody>
      </p:sp>
      <p:sp>
        <p:nvSpPr>
          <p:cNvPr id="8" name="Slide Number Placeholder 7"/>
          <p:cNvSpPr>
            <a:spLocks noGrp="1"/>
          </p:cNvSpPr>
          <p:nvPr>
            <p:ph type="sldNum" sz="quarter" idx="12"/>
          </p:nvPr>
        </p:nvSpPr>
        <p:spPr/>
        <p:txBody>
          <a:bodyPr/>
          <a:lstStyle/>
          <a:p>
            <a:fld id="{DBA1B0FB-D917-4C8C-928F-313BD683BF39}" type="slidenum">
              <a:rPr lang="en-US" smtClean="0"/>
              <a:pPr/>
              <a:t>10</a:t>
            </a:fld>
            <a:endParaRPr lang="en-US" dirty="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a:extLst>
              <a:ext uri="{FF2B5EF4-FFF2-40B4-BE49-F238E27FC236}">
                <a16:creationId xmlns="" xmlns:a16="http://schemas.microsoft.com/office/drawing/2014/main" id="{581E8936-2270-47FE-94A4-398CB123EF90}"/>
              </a:ext>
            </a:extLst>
          </p:cNvPr>
          <p:cNvSpPr>
            <a:spLocks noGrp="1"/>
          </p:cNvSpPr>
          <p:nvPr>
            <p:ph type="title"/>
          </p:nvPr>
        </p:nvSpPr>
        <p:spPr>
          <a:xfrm>
            <a:off x="159473" y="146919"/>
            <a:ext cx="11783483" cy="912448"/>
          </a:xfrm>
        </p:spPr>
        <p:txBody>
          <a:bodyPr/>
          <a:lstStyle/>
          <a:p>
            <a:r>
              <a:rPr lang="en-GB" sz="3600" dirty="0" smtClean="0">
                <a:latin typeface="Arial Rounded MT Bold" pitchFamily="34" charset="0"/>
              </a:rPr>
              <a:t>Compression Between Lathe Machine and CNC Machine.</a:t>
            </a:r>
            <a:endParaRPr lang="en-US" sz="3600" dirty="0">
              <a:latin typeface="Arial Rounded MT Bold" pitchFamily="34" charset="0"/>
            </a:endParaRPr>
          </a:p>
        </p:txBody>
      </p:sp>
      <p:sp>
        <p:nvSpPr>
          <p:cNvPr id="13" name="Content Placeholder 12">
            <a:extLst>
              <a:ext uri="{FF2B5EF4-FFF2-40B4-BE49-F238E27FC236}">
                <a16:creationId xmlns="" xmlns:a16="http://schemas.microsoft.com/office/drawing/2014/main" id="{C0287FEC-3826-4868-8D93-52429C6156F5}"/>
              </a:ext>
            </a:extLst>
          </p:cNvPr>
          <p:cNvSpPr>
            <a:spLocks noGrp="1"/>
          </p:cNvSpPr>
          <p:nvPr>
            <p:ph sz="quarter" idx="15"/>
          </p:nvPr>
        </p:nvSpPr>
        <p:spPr>
          <a:xfrm>
            <a:off x="403545" y="1500076"/>
            <a:ext cx="11472225" cy="4877863"/>
          </a:xfrm>
        </p:spPr>
        <p:txBody>
          <a:bodyPr>
            <a:normAutofit fontScale="92500" lnSpcReduction="10000"/>
          </a:bodyPr>
          <a:lstStyle/>
          <a:p>
            <a:pPr>
              <a:buFont typeface="Wingdings" pitchFamily="2" charset="2"/>
              <a:buChar char="q"/>
            </a:pPr>
            <a:r>
              <a:rPr lang="en-GB" dirty="0" smtClean="0"/>
              <a:t>The main difference between a manual lathe and CNC Machining is accuracy and time consumption. With careful cutting, you can get high accuracy on a manual lathe, while CNC machining offers extreme accuracy and precise parts in less time price.               </a:t>
            </a:r>
          </a:p>
          <a:p>
            <a:pPr>
              <a:buFont typeface="Wingdings" pitchFamily="2" charset="2"/>
              <a:buChar char="q"/>
            </a:pPr>
            <a:endParaRPr lang="en-GB" dirty="0" smtClean="0"/>
          </a:p>
          <a:p>
            <a:pPr>
              <a:buFont typeface="Wingdings" pitchFamily="2" charset="2"/>
              <a:buChar char="q"/>
            </a:pPr>
            <a:endParaRPr lang="en-GB" dirty="0" smtClean="0"/>
          </a:p>
          <a:p>
            <a:pPr>
              <a:buFont typeface="Wingdings" pitchFamily="2" charset="2"/>
              <a:buChar char="q"/>
            </a:pPr>
            <a:endParaRPr lang="en-GB" dirty="0" smtClean="0"/>
          </a:p>
          <a:p>
            <a:pPr>
              <a:buFont typeface="Wingdings" pitchFamily="2" charset="2"/>
              <a:buChar char="q"/>
            </a:pPr>
            <a:endParaRPr lang="en-GB" dirty="0" smtClean="0"/>
          </a:p>
          <a:p>
            <a:pPr>
              <a:buFont typeface="Wingdings" pitchFamily="2" charset="2"/>
              <a:buChar char="q"/>
            </a:pPr>
            <a:endParaRPr lang="en-GB" dirty="0" smtClean="0"/>
          </a:p>
          <a:p>
            <a:pPr>
              <a:buFont typeface="Wingdings" pitchFamily="2" charset="2"/>
              <a:buChar char="q"/>
            </a:pPr>
            <a:endParaRPr lang="en-GB" dirty="0" smtClean="0"/>
          </a:p>
          <a:p>
            <a:pPr>
              <a:buFont typeface="Wingdings" pitchFamily="2" charset="2"/>
              <a:buChar char="q"/>
            </a:pPr>
            <a:endParaRPr lang="en-GB" dirty="0" smtClean="0"/>
          </a:p>
          <a:p>
            <a:pPr>
              <a:buFont typeface="Wingdings" pitchFamily="2" charset="2"/>
              <a:buChar char="q"/>
            </a:pPr>
            <a:endParaRPr lang="en-GB" dirty="0" smtClean="0"/>
          </a:p>
          <a:p>
            <a:pPr>
              <a:buFont typeface="Wingdings" pitchFamily="2" charset="2"/>
              <a:buChar char="q"/>
            </a:pPr>
            <a:endParaRPr lang="en-GB" dirty="0" smtClean="0"/>
          </a:p>
          <a:p>
            <a:pPr>
              <a:buFont typeface="Wingdings" pitchFamily="2" charset="2"/>
              <a:buChar char="q"/>
            </a:pPr>
            <a:endParaRPr lang="en-GB" dirty="0" smtClean="0"/>
          </a:p>
          <a:p>
            <a:pPr>
              <a:buFont typeface="Wingdings" pitchFamily="2" charset="2"/>
              <a:buChar char="q"/>
            </a:pPr>
            <a:endParaRPr lang="en-GB" dirty="0" smtClean="0"/>
          </a:p>
          <a:p>
            <a:r>
              <a:rPr lang="en-GB" dirty="0" smtClean="0"/>
              <a:t>                       (Lathe Machine)                                                                                    (CNC Machine)                                                                                                                                          </a:t>
            </a:r>
            <a:endParaRPr lang="en-US" dirty="0"/>
          </a:p>
        </p:txBody>
      </p:sp>
      <p:sp>
        <p:nvSpPr>
          <p:cNvPr id="5" name="Footer Placeholder 4">
            <a:extLst>
              <a:ext uri="{FF2B5EF4-FFF2-40B4-BE49-F238E27FC236}">
                <a16:creationId xmlns="" xmlns:a16="http://schemas.microsoft.com/office/drawing/2014/main" id="{06A3302E-502D-4151-81C9-5FD6AF9596D6}"/>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 xmlns:a16="http://schemas.microsoft.com/office/drawing/2014/main" id="{9ED907F8-C614-4D59-A03F-BF9CD5E35703}"/>
              </a:ext>
            </a:extLst>
          </p:cNvPr>
          <p:cNvSpPr>
            <a:spLocks noGrp="1"/>
          </p:cNvSpPr>
          <p:nvPr>
            <p:ph type="sldNum" sz="quarter" idx="12"/>
          </p:nvPr>
        </p:nvSpPr>
        <p:spPr/>
        <p:txBody>
          <a:bodyPr/>
          <a:lstStyle/>
          <a:p>
            <a:fld id="{DBA1B0FB-D917-4C8C-928F-313BD683BF39}" type="slidenum">
              <a:rPr lang="en-US" smtClean="0"/>
              <a:pPr/>
              <a:t>11</a:t>
            </a:fld>
            <a:endParaRPr lang="en-US" dirty="0"/>
          </a:p>
        </p:txBody>
      </p:sp>
      <p:pic>
        <p:nvPicPr>
          <p:cNvPr id="7" name="lathe.jpg" descr="C:\Users\lenovo\Desktop\lathe.jpg"/>
          <p:cNvPicPr>
            <a:picLocks noChangeAspect="1"/>
          </p:cNvPicPr>
          <p:nvPr/>
        </p:nvPicPr>
        <p:blipFill>
          <a:blip r:link="rId3"/>
          <a:stretch>
            <a:fillRect/>
          </a:stretch>
        </p:blipFill>
        <p:spPr>
          <a:xfrm>
            <a:off x="999656" y="2761297"/>
            <a:ext cx="4795024" cy="3021980"/>
          </a:xfrm>
          <a:prstGeom prst="rect">
            <a:avLst/>
          </a:prstGeom>
        </p:spPr>
      </p:pic>
      <p:pic>
        <p:nvPicPr>
          <p:cNvPr id="8" name="nc.jpg" descr="C:\Users\lenovo\Desktop\nc.jpg"/>
          <p:cNvPicPr>
            <a:picLocks noChangeAspect="1"/>
          </p:cNvPicPr>
          <p:nvPr/>
        </p:nvPicPr>
        <p:blipFill>
          <a:blip r:link="rId4"/>
          <a:stretch>
            <a:fillRect/>
          </a:stretch>
        </p:blipFill>
        <p:spPr>
          <a:xfrm>
            <a:off x="7743500" y="2763982"/>
            <a:ext cx="4152900" cy="2995576"/>
          </a:xfrm>
          <a:prstGeom prst="rect">
            <a:avLst/>
          </a:prstGeom>
        </p:spPr>
      </p:pic>
      <p:pic>
        <p:nvPicPr>
          <p:cNvPr id="9" name="lathe.jpg" descr="C:\Users\lenovo\Desktop\lathe.jpg"/>
          <p:cNvPicPr>
            <a:picLocks noChangeAspect="1"/>
          </p:cNvPicPr>
          <p:nvPr/>
        </p:nvPicPr>
        <p:blipFill>
          <a:blip r:link="rId3"/>
          <a:stretch>
            <a:fillRect/>
          </a:stretch>
        </p:blipFill>
        <p:spPr>
          <a:xfrm>
            <a:off x="976745" y="2784764"/>
            <a:ext cx="4769427" cy="3044535"/>
          </a:xfrm>
          <a:prstGeom prst="rect">
            <a:avLst/>
          </a:prstGeom>
        </p:spPr>
      </p:pic>
      <p:pic>
        <p:nvPicPr>
          <p:cNvPr id="10" name="nc.jpg" descr="C:\Users\lenovo\Desktop\nc.jpg"/>
          <p:cNvPicPr>
            <a:picLocks noChangeAspect="1"/>
          </p:cNvPicPr>
          <p:nvPr/>
        </p:nvPicPr>
        <p:blipFill>
          <a:blip r:link="rId4"/>
          <a:stretch>
            <a:fillRect/>
          </a:stretch>
        </p:blipFill>
        <p:spPr>
          <a:xfrm>
            <a:off x="7708323" y="2649683"/>
            <a:ext cx="4152900" cy="3065317"/>
          </a:xfrm>
          <a:prstGeom prst="rect">
            <a:avLst/>
          </a:prstGeom>
        </p:spPr>
      </p:pic>
    </p:spTree>
    <p:extLst>
      <p:ext uri="{BB962C8B-B14F-4D97-AF65-F5344CB8AC3E}">
        <p14:creationId xmlns="" xmlns:p14="http://schemas.microsoft.com/office/powerpoint/2010/main" val="3521561301"/>
      </p:ext>
    </p:extLst>
  </p:cSld>
  <p:clrMapOvr>
    <a:masterClrMapping/>
  </p:clrMapOvr>
  <p:transition>
    <p:fade thruBlk="1"/>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550863" y="176645"/>
            <a:ext cx="11440246" cy="779319"/>
          </a:xfrm>
        </p:spPr>
        <p:txBody>
          <a:bodyPr/>
          <a:lstStyle/>
          <a:p>
            <a:r>
              <a:rPr lang="en-GB" sz="4000" dirty="0" smtClean="0">
                <a:latin typeface="Arial Rounded MT Bold" pitchFamily="34" charset="0"/>
              </a:rPr>
              <a:t>Types Of CNC Machine</a:t>
            </a:r>
            <a:endParaRPr lang="en-US" sz="4000" dirty="0">
              <a:latin typeface="Arial Rounded MT Bold" pitchFamily="34" charset="0"/>
            </a:endParaRPr>
          </a:p>
        </p:txBody>
      </p:sp>
      <p:sp>
        <p:nvSpPr>
          <p:cNvPr id="3" name="Subtitle 2"/>
          <p:cNvSpPr>
            <a:spLocks noGrp="1"/>
          </p:cNvSpPr>
          <p:nvPr>
            <p:ph type="subTitle" idx="1"/>
          </p:nvPr>
        </p:nvSpPr>
        <p:spPr>
          <a:xfrm>
            <a:off x="484189" y="1636859"/>
            <a:ext cx="5437187" cy="4849666"/>
          </a:xfrm>
        </p:spPr>
        <p:txBody>
          <a:bodyPr/>
          <a:lstStyle/>
          <a:p>
            <a:pPr>
              <a:buFont typeface="Wingdings" pitchFamily="2" charset="2"/>
              <a:buChar char="Ø"/>
            </a:pPr>
            <a:r>
              <a:rPr lang="en-GB" dirty="0" smtClean="0"/>
              <a:t>CNC milling machine.</a:t>
            </a:r>
          </a:p>
          <a:p>
            <a:pPr>
              <a:buFont typeface="Wingdings" pitchFamily="2" charset="2"/>
              <a:buChar char="Ø"/>
            </a:pPr>
            <a:r>
              <a:rPr lang="en-GB" dirty="0" smtClean="0"/>
              <a:t>CNC router machine.</a:t>
            </a:r>
          </a:p>
          <a:p>
            <a:pPr>
              <a:buFont typeface="Wingdings" pitchFamily="2" charset="2"/>
              <a:buChar char="Ø"/>
            </a:pPr>
            <a:r>
              <a:rPr lang="en-GB" dirty="0" smtClean="0"/>
              <a:t>CNC laser cutting machine.</a:t>
            </a:r>
          </a:p>
          <a:p>
            <a:pPr>
              <a:buFont typeface="Wingdings" pitchFamily="2" charset="2"/>
              <a:buChar char="Ø"/>
            </a:pPr>
            <a:r>
              <a:rPr lang="en-GB" dirty="0" smtClean="0"/>
              <a:t>CNC plasma cutting machine.</a:t>
            </a:r>
          </a:p>
          <a:p>
            <a:pPr>
              <a:buFont typeface="Wingdings" pitchFamily="2" charset="2"/>
              <a:buChar char="Ø"/>
            </a:pPr>
            <a:r>
              <a:rPr lang="en-GB" dirty="0" smtClean="0"/>
              <a:t>3-D printer. </a:t>
            </a:r>
          </a:p>
          <a:p>
            <a:pPr>
              <a:buFont typeface="Wingdings" pitchFamily="2" charset="2"/>
              <a:buChar char="Ø"/>
            </a:pPr>
            <a:r>
              <a:rPr lang="en-GB" dirty="0" smtClean="0"/>
              <a:t>5- axis machine.</a:t>
            </a:r>
          </a:p>
          <a:p>
            <a:pPr>
              <a:buFont typeface="Wingdings" pitchFamily="2" charset="2"/>
              <a:buChar char="Ø"/>
            </a:pPr>
            <a:r>
              <a:rPr lang="en-GB" dirty="0" smtClean="0"/>
              <a:t>Pick and place machine.</a:t>
            </a:r>
            <a:endParaRPr lang="en-US" dirty="0"/>
          </a:p>
        </p:txBody>
      </p:sp>
      <p:sp>
        <p:nvSpPr>
          <p:cNvPr id="6" name="Date Placeholder 5"/>
          <p:cNvSpPr>
            <a:spLocks noGrp="1"/>
          </p:cNvSpPr>
          <p:nvPr>
            <p:ph type="dt" sz="half" idx="10"/>
          </p:nvPr>
        </p:nvSpPr>
        <p:spPr/>
        <p:txBody>
          <a:bodyPr/>
          <a:lstStyle/>
          <a:p>
            <a:endParaRPr lang="en-US" dirty="0"/>
          </a:p>
        </p:txBody>
      </p:sp>
      <p:sp>
        <p:nvSpPr>
          <p:cNvPr id="7" name="Footer Placeholder 6"/>
          <p:cNvSpPr>
            <a:spLocks noGrp="1"/>
          </p:cNvSpPr>
          <p:nvPr>
            <p:ph type="ftr" sz="quarter" idx="11"/>
          </p:nvPr>
        </p:nvSpPr>
        <p:spPr/>
        <p:txBody>
          <a:bodyPr/>
          <a:lstStyle/>
          <a:p>
            <a:r>
              <a:rPr lang="en-US" dirty="0" smtClean="0"/>
              <a:t>Sample Footer Text</a:t>
            </a:r>
            <a:endParaRPr lang="en-US" dirty="0"/>
          </a:p>
        </p:txBody>
      </p:sp>
      <p:sp>
        <p:nvSpPr>
          <p:cNvPr id="8" name="Slide Number Placeholder 7"/>
          <p:cNvSpPr>
            <a:spLocks noGrp="1"/>
          </p:cNvSpPr>
          <p:nvPr>
            <p:ph type="sldNum" sz="quarter" idx="12"/>
          </p:nvPr>
        </p:nvSpPr>
        <p:spPr/>
        <p:txBody>
          <a:bodyPr/>
          <a:lstStyle/>
          <a:p>
            <a:fld id="{DBA1B0FB-D917-4C8C-928F-313BD683BF39}" type="slidenum">
              <a:rPr lang="en-US" smtClean="0"/>
              <a:pPr/>
              <a:t>12</a:t>
            </a:fld>
            <a:endParaRPr lang="en-US" dirty="0"/>
          </a:p>
        </p:txBody>
      </p:sp>
    </p:spTree>
  </p:cSld>
  <p:clrMapOvr>
    <a:masterClrMapping/>
  </p:clrMapOvr>
  <p:transition>
    <p:fade thruBlk="1"/>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550864" y="-167266"/>
            <a:ext cx="11325185" cy="1078882"/>
          </a:xfrm>
        </p:spPr>
        <p:txBody>
          <a:bodyPr/>
          <a:lstStyle/>
          <a:p>
            <a:r>
              <a:rPr lang="en-GB" sz="3600" dirty="0" smtClean="0">
                <a:latin typeface="Arial Rounded MT Bold" pitchFamily="34" charset="0"/>
              </a:rPr>
              <a:t>Parts Of CNC Machines</a:t>
            </a:r>
            <a:endParaRPr lang="en-US" sz="3600" dirty="0">
              <a:latin typeface="Arial Rounded MT Bold" pitchFamily="34" charset="0"/>
            </a:endParaRPr>
          </a:p>
        </p:txBody>
      </p:sp>
      <p:sp>
        <p:nvSpPr>
          <p:cNvPr id="3" name="Subtitle 2"/>
          <p:cNvSpPr>
            <a:spLocks noGrp="1"/>
          </p:cNvSpPr>
          <p:nvPr>
            <p:ph type="subTitle" idx="1"/>
          </p:nvPr>
        </p:nvSpPr>
        <p:spPr>
          <a:xfrm>
            <a:off x="465139" y="1722585"/>
            <a:ext cx="5437187" cy="3582840"/>
          </a:xfrm>
        </p:spPr>
        <p:txBody>
          <a:bodyPr/>
          <a:lstStyle/>
          <a:p>
            <a:pPr>
              <a:buFont typeface="Wingdings" pitchFamily="2" charset="2"/>
              <a:buChar char="Ø"/>
            </a:pPr>
            <a:r>
              <a:rPr lang="en-GB" dirty="0" smtClean="0"/>
              <a:t>Control Pannel</a:t>
            </a:r>
          </a:p>
          <a:p>
            <a:pPr>
              <a:buFont typeface="Wingdings" pitchFamily="2" charset="2"/>
              <a:buChar char="Ø"/>
            </a:pPr>
            <a:r>
              <a:rPr lang="en-GB" dirty="0" smtClean="0"/>
              <a:t>Chip Gaurd Door</a:t>
            </a:r>
          </a:p>
          <a:p>
            <a:pPr>
              <a:buFont typeface="Wingdings" pitchFamily="2" charset="2"/>
              <a:buChar char="Ø"/>
            </a:pPr>
            <a:r>
              <a:rPr lang="en-GB" dirty="0" smtClean="0"/>
              <a:t>Hydraulic Oil Tank</a:t>
            </a:r>
          </a:p>
          <a:p>
            <a:pPr>
              <a:buFont typeface="Wingdings" pitchFamily="2" charset="2"/>
              <a:buChar char="Ø"/>
            </a:pPr>
            <a:r>
              <a:rPr lang="en-GB" dirty="0" smtClean="0"/>
              <a:t>Coolant Tank</a:t>
            </a:r>
          </a:p>
          <a:p>
            <a:pPr>
              <a:buFont typeface="Wingdings" pitchFamily="2" charset="2"/>
              <a:buChar char="Ø"/>
            </a:pPr>
            <a:r>
              <a:rPr lang="en-GB" dirty="0" smtClean="0"/>
              <a:t>Stebilizer</a:t>
            </a:r>
          </a:p>
          <a:p>
            <a:pPr>
              <a:buFont typeface="Wingdings" pitchFamily="2" charset="2"/>
              <a:buChar char="Ø"/>
            </a:pPr>
            <a:r>
              <a:rPr lang="en-GB" dirty="0" smtClean="0"/>
              <a:t>PLC Pannel etc.</a:t>
            </a:r>
          </a:p>
        </p:txBody>
      </p:sp>
      <p:sp>
        <p:nvSpPr>
          <p:cNvPr id="6" name="Date Placeholder 5"/>
          <p:cNvSpPr>
            <a:spLocks noGrp="1"/>
          </p:cNvSpPr>
          <p:nvPr>
            <p:ph type="dt" sz="half" idx="10"/>
          </p:nvPr>
        </p:nvSpPr>
        <p:spPr/>
        <p:txBody>
          <a:bodyPr/>
          <a:lstStyle/>
          <a:p>
            <a:endParaRPr lang="en-US" dirty="0"/>
          </a:p>
        </p:txBody>
      </p:sp>
      <p:sp>
        <p:nvSpPr>
          <p:cNvPr id="7" name="Footer Placeholder 6"/>
          <p:cNvSpPr>
            <a:spLocks noGrp="1"/>
          </p:cNvSpPr>
          <p:nvPr>
            <p:ph type="ftr" sz="quarter" idx="11"/>
          </p:nvPr>
        </p:nvSpPr>
        <p:spPr/>
        <p:txBody>
          <a:bodyPr/>
          <a:lstStyle/>
          <a:p>
            <a:r>
              <a:rPr lang="en-US" dirty="0" smtClean="0"/>
              <a:t>Sample Footer Text</a:t>
            </a:r>
            <a:endParaRPr lang="en-US" dirty="0"/>
          </a:p>
        </p:txBody>
      </p:sp>
      <p:sp>
        <p:nvSpPr>
          <p:cNvPr id="8" name="Slide Number Placeholder 7"/>
          <p:cNvSpPr>
            <a:spLocks noGrp="1"/>
          </p:cNvSpPr>
          <p:nvPr>
            <p:ph type="sldNum" sz="quarter" idx="12"/>
          </p:nvPr>
        </p:nvSpPr>
        <p:spPr/>
        <p:txBody>
          <a:bodyPr/>
          <a:lstStyle/>
          <a:p>
            <a:fld id="{DBA1B0FB-D917-4C8C-928F-313BD683BF39}" type="slidenum">
              <a:rPr lang="en-US" smtClean="0"/>
              <a:pPr/>
              <a:t>13</a:t>
            </a:fld>
            <a:endParaRPr lang="en-US" dirty="0"/>
          </a:p>
        </p:txBody>
      </p:sp>
    </p:spTree>
  </p:cSld>
  <p:clrMapOvr>
    <a:masterClrMapping/>
  </p:clrMapOvr>
  <p:transition>
    <p:fade thruBlk="1"/>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59773" y="176648"/>
            <a:ext cx="10557163" cy="815812"/>
          </a:xfrm>
        </p:spPr>
        <p:txBody>
          <a:bodyPr/>
          <a:lstStyle/>
          <a:p>
            <a:r>
              <a:rPr lang="en-GB" sz="4000" dirty="0" smtClean="0">
                <a:latin typeface="Arial Rounded MT Bold" pitchFamily="34" charset="0"/>
              </a:rPr>
              <a:t>CNC MILLING MACHINE</a:t>
            </a:r>
            <a:endParaRPr lang="en-US" sz="4000" dirty="0">
              <a:latin typeface="Arial Rounded MT Bold" pitchFamily="34" charset="0"/>
            </a:endParaRPr>
          </a:p>
        </p:txBody>
      </p:sp>
      <p:sp>
        <p:nvSpPr>
          <p:cNvPr id="3" name="Subtitle 2"/>
          <p:cNvSpPr>
            <a:spLocks noGrp="1"/>
          </p:cNvSpPr>
          <p:nvPr>
            <p:ph type="subTitle" idx="1"/>
          </p:nvPr>
        </p:nvSpPr>
        <p:spPr>
          <a:xfrm>
            <a:off x="318801" y="1883644"/>
            <a:ext cx="5437187" cy="3306615"/>
          </a:xfrm>
        </p:spPr>
        <p:txBody>
          <a:bodyPr/>
          <a:lstStyle/>
          <a:p>
            <a:pPr>
              <a:buFont typeface="Wingdings" pitchFamily="2" charset="2"/>
              <a:buChar char="q"/>
            </a:pPr>
            <a:r>
              <a:rPr lang="en-GB" dirty="0" smtClean="0"/>
              <a:t> The work piece is in reset position but the cutting tool is moving.</a:t>
            </a:r>
          </a:p>
          <a:p>
            <a:pPr>
              <a:buFont typeface="Wingdings" pitchFamily="2" charset="2"/>
              <a:buChar char="q"/>
            </a:pPr>
            <a:r>
              <a:rPr lang="en-GB" dirty="0" smtClean="0"/>
              <a:t>Slots, flat surface, boring, gear cutting.</a:t>
            </a:r>
            <a:endParaRPr lang="en-US" dirty="0"/>
          </a:p>
        </p:txBody>
      </p:sp>
      <p:pic>
        <p:nvPicPr>
          <p:cNvPr id="9" name="milling-machining-cutter-head-indexable-insert.jpg" descr="C:\Users\lenovo\Desktop\milling-machining-cutter-head-indexable-insert.jpg"/>
          <p:cNvPicPr>
            <a:picLocks noGrp="1" noChangeAspect="1"/>
          </p:cNvPicPr>
          <p:nvPr>
            <p:ph type="pic" sz="quarter" idx="15"/>
          </p:nvPr>
        </p:nvPicPr>
        <p:blipFill>
          <a:blip r:link="rId2"/>
          <a:srcRect t="12260" b="12260"/>
          <a:stretch>
            <a:fillRect/>
          </a:stretch>
        </p:blipFill>
        <p:spPr>
          <a:xfrm>
            <a:off x="6522795" y="1674913"/>
            <a:ext cx="5084064" cy="2880360"/>
          </a:xfrm>
        </p:spPr>
      </p:pic>
      <p:sp>
        <p:nvSpPr>
          <p:cNvPr id="6" name="Date Placeholder 5"/>
          <p:cNvSpPr>
            <a:spLocks noGrp="1"/>
          </p:cNvSpPr>
          <p:nvPr>
            <p:ph type="dt" sz="half" idx="10"/>
          </p:nvPr>
        </p:nvSpPr>
        <p:spPr/>
        <p:txBody>
          <a:bodyPr/>
          <a:lstStyle/>
          <a:p>
            <a:endParaRPr lang="en-US" dirty="0"/>
          </a:p>
        </p:txBody>
      </p:sp>
      <p:sp>
        <p:nvSpPr>
          <p:cNvPr id="7" name="Footer Placeholder 6"/>
          <p:cNvSpPr>
            <a:spLocks noGrp="1"/>
          </p:cNvSpPr>
          <p:nvPr>
            <p:ph type="ftr" sz="quarter" idx="11"/>
          </p:nvPr>
        </p:nvSpPr>
        <p:spPr/>
        <p:txBody>
          <a:bodyPr/>
          <a:lstStyle/>
          <a:p>
            <a:r>
              <a:rPr lang="en-US" dirty="0" smtClean="0"/>
              <a:t>Sample Footer Text</a:t>
            </a:r>
            <a:endParaRPr lang="en-US" dirty="0"/>
          </a:p>
        </p:txBody>
      </p:sp>
      <p:sp>
        <p:nvSpPr>
          <p:cNvPr id="8" name="Slide Number Placeholder 7"/>
          <p:cNvSpPr>
            <a:spLocks noGrp="1"/>
          </p:cNvSpPr>
          <p:nvPr>
            <p:ph type="sldNum" sz="quarter" idx="12"/>
          </p:nvPr>
        </p:nvSpPr>
        <p:spPr/>
        <p:txBody>
          <a:bodyPr/>
          <a:lstStyle/>
          <a:p>
            <a:fld id="{DBA1B0FB-D917-4C8C-928F-313BD683BF39}" type="slidenum">
              <a:rPr lang="en-US" smtClean="0"/>
              <a:pPr/>
              <a:t>14</a:t>
            </a:fld>
            <a:endParaRPr lang="en-US" dirty="0"/>
          </a:p>
        </p:txBody>
      </p:sp>
    </p:spTree>
  </p:cSld>
  <p:clrMapOvr>
    <a:masterClrMapping/>
  </p:clrMapOvr>
  <p:transition>
    <p:fade thruBlk="1"/>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18970" y="0"/>
            <a:ext cx="11712835" cy="1124816"/>
          </a:xfrm>
        </p:spPr>
        <p:txBody>
          <a:bodyPr/>
          <a:lstStyle/>
          <a:p>
            <a:r>
              <a:rPr lang="en-GB" sz="4000" dirty="0" smtClean="0">
                <a:latin typeface="Arial Rounded MT Bold" pitchFamily="34" charset="0"/>
              </a:rPr>
              <a:t>CNC ROUTER MACHINE</a:t>
            </a:r>
            <a:endParaRPr lang="en-US" sz="4000" dirty="0">
              <a:latin typeface="Arial Rounded MT Bold" pitchFamily="34" charset="0"/>
            </a:endParaRPr>
          </a:p>
        </p:txBody>
      </p:sp>
      <p:sp>
        <p:nvSpPr>
          <p:cNvPr id="3" name="Subtitle 2"/>
          <p:cNvSpPr>
            <a:spLocks noGrp="1"/>
          </p:cNvSpPr>
          <p:nvPr>
            <p:ph type="subTitle" idx="1"/>
          </p:nvPr>
        </p:nvSpPr>
        <p:spPr>
          <a:xfrm>
            <a:off x="492848" y="2081937"/>
            <a:ext cx="5437187" cy="2265216"/>
          </a:xfrm>
        </p:spPr>
        <p:txBody>
          <a:bodyPr/>
          <a:lstStyle/>
          <a:p>
            <a:pPr>
              <a:buFont typeface="Wingdings" pitchFamily="2" charset="2"/>
              <a:buChar char="q"/>
            </a:pPr>
            <a:r>
              <a:rPr lang="en-GB" dirty="0" smtClean="0"/>
              <a:t>Mostly used for carpenter work such as door carving, interior and exterior decorations, wooden frames, molding musical instruments, furniture and so on.</a:t>
            </a:r>
          </a:p>
          <a:p>
            <a:pPr>
              <a:buFont typeface="Wingdings" pitchFamily="2" charset="2"/>
              <a:buChar char="q"/>
            </a:pPr>
            <a:r>
              <a:rPr lang="en-GB" dirty="0" smtClean="0"/>
              <a:t>Better surface finishing.</a:t>
            </a:r>
            <a:endParaRPr lang="en-US" dirty="0"/>
          </a:p>
        </p:txBody>
      </p:sp>
      <p:pic>
        <p:nvPicPr>
          <p:cNvPr id="9" name="download.jfif" descr="C:\Users\lenovo\Desktop\download.jfif"/>
          <p:cNvPicPr>
            <a:picLocks noGrp="1" noChangeAspect="1"/>
          </p:cNvPicPr>
          <p:nvPr>
            <p:ph type="pic" sz="quarter" idx="15"/>
          </p:nvPr>
        </p:nvPicPr>
        <p:blipFill>
          <a:blip r:link="rId2"/>
          <a:srcRect t="7434" b="7434"/>
          <a:stretch>
            <a:fillRect/>
          </a:stretch>
        </p:blipFill>
        <p:spPr>
          <a:xfrm>
            <a:off x="6678912" y="1641459"/>
            <a:ext cx="5084064" cy="2880360"/>
          </a:xfrm>
        </p:spPr>
      </p:pic>
      <p:sp>
        <p:nvSpPr>
          <p:cNvPr id="6" name="Date Placeholder 5"/>
          <p:cNvSpPr>
            <a:spLocks noGrp="1"/>
          </p:cNvSpPr>
          <p:nvPr>
            <p:ph type="dt" sz="half" idx="10"/>
          </p:nvPr>
        </p:nvSpPr>
        <p:spPr/>
        <p:txBody>
          <a:bodyPr/>
          <a:lstStyle/>
          <a:p>
            <a:endParaRPr lang="en-US" dirty="0"/>
          </a:p>
        </p:txBody>
      </p:sp>
      <p:sp>
        <p:nvSpPr>
          <p:cNvPr id="7" name="Footer Placeholder 6"/>
          <p:cNvSpPr>
            <a:spLocks noGrp="1"/>
          </p:cNvSpPr>
          <p:nvPr>
            <p:ph type="ftr" sz="quarter" idx="11"/>
          </p:nvPr>
        </p:nvSpPr>
        <p:spPr/>
        <p:txBody>
          <a:bodyPr/>
          <a:lstStyle/>
          <a:p>
            <a:endParaRPr lang="en-US" dirty="0"/>
          </a:p>
        </p:txBody>
      </p:sp>
      <p:sp>
        <p:nvSpPr>
          <p:cNvPr id="8" name="Slide Number Placeholder 7"/>
          <p:cNvSpPr>
            <a:spLocks noGrp="1"/>
          </p:cNvSpPr>
          <p:nvPr>
            <p:ph type="sldNum" sz="quarter" idx="12"/>
          </p:nvPr>
        </p:nvSpPr>
        <p:spPr/>
        <p:txBody>
          <a:bodyPr/>
          <a:lstStyle/>
          <a:p>
            <a:fld id="{DBA1B0FB-D917-4C8C-928F-313BD683BF39}" type="slidenum">
              <a:rPr lang="en-US" smtClean="0"/>
              <a:pPr/>
              <a:t>15</a:t>
            </a:fld>
            <a:endParaRPr lang="en-US" dirty="0"/>
          </a:p>
        </p:txBody>
      </p:sp>
    </p:spTree>
  </p:cSld>
  <p:clrMapOvr>
    <a:masterClrMapping/>
  </p:clrMapOvr>
  <p:transition>
    <p:fade thruBlk="1"/>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14154" y="-434389"/>
            <a:ext cx="11606499" cy="1381990"/>
          </a:xfrm>
        </p:spPr>
        <p:txBody>
          <a:bodyPr/>
          <a:lstStyle/>
          <a:p>
            <a:r>
              <a:rPr lang="en-GB" sz="4000" dirty="0" smtClean="0">
                <a:latin typeface="Arial Rounded MT Bold" pitchFamily="34" charset="0"/>
              </a:rPr>
              <a:t>CNC lASER CUTTING MACHINE</a:t>
            </a:r>
            <a:endParaRPr lang="en-US" sz="4000" dirty="0">
              <a:latin typeface="Arial Rounded MT Bold" pitchFamily="34" charset="0"/>
            </a:endParaRPr>
          </a:p>
        </p:txBody>
      </p:sp>
      <p:sp>
        <p:nvSpPr>
          <p:cNvPr id="3" name="Subtitle 2"/>
          <p:cNvSpPr>
            <a:spLocks noGrp="1"/>
          </p:cNvSpPr>
          <p:nvPr>
            <p:ph type="subTitle" idx="1"/>
          </p:nvPr>
        </p:nvSpPr>
        <p:spPr>
          <a:xfrm>
            <a:off x="309702" y="1674391"/>
            <a:ext cx="6057900" cy="3297090"/>
          </a:xfrm>
        </p:spPr>
        <p:txBody>
          <a:bodyPr/>
          <a:lstStyle/>
          <a:p>
            <a:pPr>
              <a:buFont typeface="Wingdings" pitchFamily="2" charset="2"/>
              <a:buChar char="q"/>
            </a:pPr>
            <a:r>
              <a:rPr lang="en-GB" dirty="0" smtClean="0"/>
              <a:t>Fabrication process.</a:t>
            </a:r>
          </a:p>
          <a:p>
            <a:pPr>
              <a:buFont typeface="Wingdings" pitchFamily="2" charset="2"/>
              <a:buChar char="q"/>
            </a:pPr>
            <a:r>
              <a:rPr lang="en-GB" dirty="0" smtClean="0"/>
              <a:t>Employs a focused,  high powered laser beam to cut material into custom shapes and designs.</a:t>
            </a:r>
          </a:p>
          <a:p>
            <a:pPr>
              <a:buFont typeface="Wingdings" pitchFamily="2" charset="2"/>
              <a:buChar char="q"/>
            </a:pPr>
            <a:r>
              <a:rPr lang="en-GB" dirty="0" smtClean="0"/>
              <a:t>Laser cutting is a non-contact, thermal-based fabrication process suitable for metal and non-metal materials.</a:t>
            </a:r>
            <a:endParaRPr lang="en-US" dirty="0"/>
          </a:p>
        </p:txBody>
      </p:sp>
      <p:pic>
        <p:nvPicPr>
          <p:cNvPr id="9" name="laser-cutting-machine-plasma (1).jpg" descr="C:\Users\lenovo\Desktop\laser-cutting-machine-plasma (1).jpg"/>
          <p:cNvPicPr>
            <a:picLocks noGrp="1" noChangeAspect="1"/>
          </p:cNvPicPr>
          <p:nvPr>
            <p:ph type="pic" sz="quarter" idx="15"/>
          </p:nvPr>
        </p:nvPicPr>
        <p:blipFill>
          <a:blip r:link="rId2"/>
          <a:srcRect t="7534" b="7534"/>
          <a:stretch>
            <a:fillRect/>
          </a:stretch>
        </p:blipFill>
        <p:spPr>
          <a:xfrm>
            <a:off x="6779273" y="1853333"/>
            <a:ext cx="5084064" cy="2880360"/>
          </a:xfrm>
        </p:spPr>
      </p:pic>
      <p:sp>
        <p:nvSpPr>
          <p:cNvPr id="6" name="Date Placeholder 5"/>
          <p:cNvSpPr>
            <a:spLocks noGrp="1"/>
          </p:cNvSpPr>
          <p:nvPr>
            <p:ph type="dt" sz="half" idx="10"/>
          </p:nvPr>
        </p:nvSpPr>
        <p:spPr/>
        <p:txBody>
          <a:bodyPr/>
          <a:lstStyle/>
          <a:p>
            <a:endParaRPr lang="en-US" dirty="0"/>
          </a:p>
        </p:txBody>
      </p:sp>
      <p:sp>
        <p:nvSpPr>
          <p:cNvPr id="7" name="Footer Placeholder 6"/>
          <p:cNvSpPr>
            <a:spLocks noGrp="1"/>
          </p:cNvSpPr>
          <p:nvPr>
            <p:ph type="ftr" sz="quarter" idx="11"/>
          </p:nvPr>
        </p:nvSpPr>
        <p:spPr/>
        <p:txBody>
          <a:bodyPr/>
          <a:lstStyle/>
          <a:p>
            <a:r>
              <a:rPr lang="en-US" dirty="0" smtClean="0"/>
              <a:t>Sample Footer Text</a:t>
            </a:r>
            <a:endParaRPr lang="en-US" dirty="0"/>
          </a:p>
        </p:txBody>
      </p:sp>
      <p:sp>
        <p:nvSpPr>
          <p:cNvPr id="8" name="Slide Number Placeholder 7"/>
          <p:cNvSpPr>
            <a:spLocks noGrp="1"/>
          </p:cNvSpPr>
          <p:nvPr>
            <p:ph type="sldNum" sz="quarter" idx="12"/>
          </p:nvPr>
        </p:nvSpPr>
        <p:spPr/>
        <p:txBody>
          <a:bodyPr/>
          <a:lstStyle/>
          <a:p>
            <a:fld id="{DBA1B0FB-D917-4C8C-928F-313BD683BF39}" type="slidenum">
              <a:rPr lang="en-US" smtClean="0"/>
              <a:pPr/>
              <a:t>16</a:t>
            </a:fld>
            <a:endParaRPr lang="en-US" dirty="0"/>
          </a:p>
        </p:txBody>
      </p:sp>
    </p:spTree>
  </p:cSld>
  <p:clrMapOvr>
    <a:masterClrMapping/>
  </p:clrMapOvr>
  <p:transition>
    <p:fade thruBlk="1"/>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87037" y="0"/>
            <a:ext cx="11689011" cy="1130877"/>
          </a:xfrm>
        </p:spPr>
        <p:txBody>
          <a:bodyPr/>
          <a:lstStyle/>
          <a:p>
            <a:r>
              <a:rPr lang="en-GB" sz="4000" dirty="0" smtClean="0">
                <a:latin typeface="Arial Rounded MT Bold" pitchFamily="34" charset="0"/>
              </a:rPr>
              <a:t>CNC PLASMA CUTTING MACHINE</a:t>
            </a:r>
            <a:endParaRPr lang="en-US" sz="4000" dirty="0">
              <a:latin typeface="Arial Rounded MT Bold" pitchFamily="34" charset="0"/>
            </a:endParaRPr>
          </a:p>
        </p:txBody>
      </p:sp>
      <p:sp>
        <p:nvSpPr>
          <p:cNvPr id="3" name="Subtitle 2"/>
          <p:cNvSpPr>
            <a:spLocks noGrp="1"/>
          </p:cNvSpPr>
          <p:nvPr>
            <p:ph type="subTitle" idx="1"/>
          </p:nvPr>
        </p:nvSpPr>
        <p:spPr>
          <a:xfrm>
            <a:off x="494579" y="2407519"/>
            <a:ext cx="5437187" cy="3827026"/>
          </a:xfrm>
        </p:spPr>
        <p:txBody>
          <a:bodyPr/>
          <a:lstStyle/>
          <a:p>
            <a:pPr>
              <a:buFont typeface="Wingdings" pitchFamily="2" charset="2"/>
              <a:buChar char="q"/>
            </a:pPr>
            <a:r>
              <a:rPr lang="en-GB" dirty="0" smtClean="0"/>
              <a:t>Cuts through electrically conductive materials using an accelerated jet of hot plasma.</a:t>
            </a:r>
          </a:p>
          <a:p>
            <a:pPr>
              <a:buFont typeface="Wingdings" pitchFamily="2" charset="2"/>
              <a:buChar char="q"/>
            </a:pPr>
            <a:r>
              <a:rPr lang="en-GB" dirty="0" smtClean="0"/>
              <a:t>Steel, stainless steel, aluminium, brass copper and other conductive.</a:t>
            </a:r>
          </a:p>
          <a:p>
            <a:pPr>
              <a:buFont typeface="Wingdings" pitchFamily="2" charset="2"/>
              <a:buChar char="q"/>
            </a:pPr>
            <a:r>
              <a:rPr lang="en-GB" dirty="0" smtClean="0"/>
              <a:t>Fabrication shops, automotive repair and restoration, industrial construction, and salvage and scrapping operations.</a:t>
            </a:r>
          </a:p>
          <a:p>
            <a:endParaRPr lang="en-US" dirty="0"/>
          </a:p>
        </p:txBody>
      </p:sp>
      <p:pic>
        <p:nvPicPr>
          <p:cNvPr id="9" name="laser-cutting-machine-plasma.jpg" descr="C:\Users\lenovo\Desktop\laser-cutting-machine-plasma.jpg"/>
          <p:cNvPicPr>
            <a:picLocks noGrp="1" noChangeAspect="1"/>
          </p:cNvPicPr>
          <p:nvPr>
            <p:ph type="pic" sz="quarter" idx="15"/>
          </p:nvPr>
        </p:nvPicPr>
        <p:blipFill>
          <a:blip r:link="rId2"/>
          <a:srcRect t="7534" b="7534"/>
          <a:stretch>
            <a:fillRect/>
          </a:stretch>
        </p:blipFill>
        <p:spPr>
          <a:xfrm>
            <a:off x="6712365" y="2332836"/>
            <a:ext cx="5084064" cy="2880360"/>
          </a:xfrm>
        </p:spPr>
      </p:pic>
      <p:sp>
        <p:nvSpPr>
          <p:cNvPr id="6" name="Date Placeholder 5"/>
          <p:cNvSpPr>
            <a:spLocks noGrp="1"/>
          </p:cNvSpPr>
          <p:nvPr>
            <p:ph type="dt" sz="half" idx="10"/>
          </p:nvPr>
        </p:nvSpPr>
        <p:spPr/>
        <p:txBody>
          <a:bodyPr/>
          <a:lstStyle/>
          <a:p>
            <a:endParaRPr lang="en-US" dirty="0"/>
          </a:p>
        </p:txBody>
      </p:sp>
      <p:sp>
        <p:nvSpPr>
          <p:cNvPr id="7" name="Footer Placeholder 6"/>
          <p:cNvSpPr>
            <a:spLocks noGrp="1"/>
          </p:cNvSpPr>
          <p:nvPr>
            <p:ph type="ftr" sz="quarter" idx="11"/>
          </p:nvPr>
        </p:nvSpPr>
        <p:spPr/>
        <p:txBody>
          <a:bodyPr/>
          <a:lstStyle/>
          <a:p>
            <a:r>
              <a:rPr lang="en-US" dirty="0" smtClean="0"/>
              <a:t>Sample Footer Text</a:t>
            </a:r>
            <a:endParaRPr lang="en-US" dirty="0"/>
          </a:p>
        </p:txBody>
      </p:sp>
      <p:sp>
        <p:nvSpPr>
          <p:cNvPr id="8" name="Slide Number Placeholder 7"/>
          <p:cNvSpPr>
            <a:spLocks noGrp="1"/>
          </p:cNvSpPr>
          <p:nvPr>
            <p:ph type="sldNum" sz="quarter" idx="12"/>
          </p:nvPr>
        </p:nvSpPr>
        <p:spPr/>
        <p:txBody>
          <a:bodyPr/>
          <a:lstStyle/>
          <a:p>
            <a:fld id="{DBA1B0FB-D917-4C8C-928F-313BD683BF39}" type="slidenum">
              <a:rPr lang="en-US" smtClean="0"/>
              <a:pPr/>
              <a:t>17</a:t>
            </a:fld>
            <a:endParaRPr lang="en-US" dirty="0"/>
          </a:p>
        </p:txBody>
      </p:sp>
    </p:spTree>
  </p:cSld>
  <p:clrMapOvr>
    <a:masterClrMapping/>
  </p:clrMapOvr>
  <p:transition>
    <p:fade thruBlk="1"/>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78128" y="-303934"/>
            <a:ext cx="3553547" cy="1155989"/>
          </a:xfrm>
        </p:spPr>
        <p:txBody>
          <a:bodyPr/>
          <a:lstStyle/>
          <a:p>
            <a:r>
              <a:rPr lang="en-GB" sz="4000" dirty="0" smtClean="0">
                <a:latin typeface="Arial Rounded MT Bold" pitchFamily="34" charset="0"/>
              </a:rPr>
              <a:t>3-D PRINTER</a:t>
            </a:r>
            <a:endParaRPr lang="en-US" sz="4000" dirty="0">
              <a:latin typeface="Arial Rounded MT Bold" pitchFamily="34" charset="0"/>
            </a:endParaRPr>
          </a:p>
        </p:txBody>
      </p:sp>
      <p:sp>
        <p:nvSpPr>
          <p:cNvPr id="3" name="Subtitle 2"/>
          <p:cNvSpPr>
            <a:spLocks noGrp="1"/>
          </p:cNvSpPr>
          <p:nvPr>
            <p:ph type="subTitle" idx="1"/>
          </p:nvPr>
        </p:nvSpPr>
        <p:spPr>
          <a:xfrm>
            <a:off x="212293" y="1797053"/>
            <a:ext cx="5437187" cy="2265216"/>
          </a:xfrm>
        </p:spPr>
        <p:txBody>
          <a:bodyPr/>
          <a:lstStyle/>
          <a:p>
            <a:pPr>
              <a:buFont typeface="Wingdings" pitchFamily="2" charset="2"/>
              <a:buChar char="q"/>
            </a:pPr>
            <a:r>
              <a:rPr lang="en-GB" dirty="0" smtClean="0"/>
              <a:t>Printer the work piece layer by layer.</a:t>
            </a:r>
          </a:p>
          <a:p>
            <a:pPr>
              <a:buFont typeface="Wingdings" pitchFamily="2" charset="2"/>
              <a:buChar char="q"/>
            </a:pPr>
            <a:r>
              <a:rPr lang="en-GB" dirty="0" smtClean="0"/>
              <a:t>FMD(fusion deposition modelling)</a:t>
            </a:r>
          </a:p>
          <a:p>
            <a:pPr>
              <a:buFont typeface="Wingdings" pitchFamily="2" charset="2"/>
              <a:buChar char="q"/>
            </a:pPr>
            <a:r>
              <a:rPr lang="en-GB" dirty="0" smtClean="0"/>
              <a:t>Prototype</a:t>
            </a:r>
          </a:p>
          <a:p>
            <a:pPr>
              <a:buFont typeface="Wingdings" pitchFamily="2" charset="2"/>
              <a:buChar char="q"/>
            </a:pPr>
            <a:r>
              <a:rPr lang="en-GB" dirty="0" smtClean="0"/>
              <a:t>Complex shapes and geometries.</a:t>
            </a:r>
            <a:endParaRPr lang="en-US" dirty="0"/>
          </a:p>
        </p:txBody>
      </p:sp>
      <p:pic>
        <p:nvPicPr>
          <p:cNvPr id="9" name="photo-1611117775350-ac3950990985.jfif" descr="C:\Users\lenovo\Desktop\photo-1611117775350-ac3950990985.jfif"/>
          <p:cNvPicPr>
            <a:picLocks noGrp="1" noChangeAspect="1"/>
          </p:cNvPicPr>
          <p:nvPr>
            <p:ph type="pic" sz="quarter" idx="15"/>
          </p:nvPr>
        </p:nvPicPr>
        <p:blipFill>
          <a:blip r:link="rId2"/>
          <a:srcRect t="7468" b="7468"/>
          <a:stretch>
            <a:fillRect/>
          </a:stretch>
        </p:blipFill>
        <p:spPr>
          <a:xfrm>
            <a:off x="6567528" y="1828880"/>
            <a:ext cx="5083175" cy="2879725"/>
          </a:xfrm>
        </p:spPr>
      </p:pic>
      <p:sp>
        <p:nvSpPr>
          <p:cNvPr id="6" name="Date Placeholder 5"/>
          <p:cNvSpPr>
            <a:spLocks noGrp="1"/>
          </p:cNvSpPr>
          <p:nvPr>
            <p:ph type="dt" sz="half" idx="10"/>
          </p:nvPr>
        </p:nvSpPr>
        <p:spPr/>
        <p:txBody>
          <a:bodyPr/>
          <a:lstStyle/>
          <a:p>
            <a:endParaRPr lang="en-US" dirty="0"/>
          </a:p>
        </p:txBody>
      </p:sp>
      <p:sp>
        <p:nvSpPr>
          <p:cNvPr id="7" name="Footer Placeholder 6"/>
          <p:cNvSpPr>
            <a:spLocks noGrp="1"/>
          </p:cNvSpPr>
          <p:nvPr>
            <p:ph type="ftr" sz="quarter" idx="11"/>
          </p:nvPr>
        </p:nvSpPr>
        <p:spPr/>
        <p:txBody>
          <a:bodyPr/>
          <a:lstStyle/>
          <a:p>
            <a:r>
              <a:rPr lang="en-US" dirty="0" smtClean="0"/>
              <a:t>Sample Footer Text</a:t>
            </a:r>
            <a:endParaRPr lang="en-US" dirty="0"/>
          </a:p>
        </p:txBody>
      </p:sp>
      <p:sp>
        <p:nvSpPr>
          <p:cNvPr id="8" name="Slide Number Placeholder 7"/>
          <p:cNvSpPr>
            <a:spLocks noGrp="1"/>
          </p:cNvSpPr>
          <p:nvPr>
            <p:ph type="sldNum" sz="quarter" idx="12"/>
          </p:nvPr>
        </p:nvSpPr>
        <p:spPr/>
        <p:txBody>
          <a:bodyPr/>
          <a:lstStyle/>
          <a:p>
            <a:fld id="{DBA1B0FB-D917-4C8C-928F-313BD683BF39}" type="slidenum">
              <a:rPr lang="en-US" smtClean="0"/>
              <a:pPr/>
              <a:t>18</a:t>
            </a:fld>
            <a:endParaRPr lang="en-US" dirty="0"/>
          </a:p>
        </p:txBody>
      </p:sp>
    </p:spTree>
  </p:cSld>
  <p:clrMapOvr>
    <a:masterClrMapping/>
  </p:clrMapOvr>
  <p:transition>
    <p:fade thruBlk="1"/>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46339" y="0"/>
            <a:ext cx="11317837" cy="1082098"/>
          </a:xfrm>
        </p:spPr>
        <p:txBody>
          <a:bodyPr/>
          <a:lstStyle/>
          <a:p>
            <a:r>
              <a:rPr lang="en-GB" sz="4000" dirty="0" smtClean="0">
                <a:latin typeface="Arial Rounded MT Bold" pitchFamily="34" charset="0"/>
              </a:rPr>
              <a:t>5-AXIS CNC MACHINE</a:t>
            </a:r>
            <a:endParaRPr lang="en-US" sz="4000" dirty="0">
              <a:latin typeface="Arial Rounded MT Bold" pitchFamily="34" charset="0"/>
            </a:endParaRPr>
          </a:p>
        </p:txBody>
      </p:sp>
      <p:sp>
        <p:nvSpPr>
          <p:cNvPr id="3" name="Subtitle 2"/>
          <p:cNvSpPr>
            <a:spLocks noGrp="1"/>
          </p:cNvSpPr>
          <p:nvPr>
            <p:ph type="subTitle" idx="1"/>
          </p:nvPr>
        </p:nvSpPr>
        <p:spPr>
          <a:xfrm>
            <a:off x="332908" y="1554028"/>
            <a:ext cx="5437187" cy="2265216"/>
          </a:xfrm>
        </p:spPr>
        <p:txBody>
          <a:bodyPr/>
          <a:lstStyle/>
          <a:p>
            <a:pPr>
              <a:buFont typeface="Wingdings" pitchFamily="2" charset="2"/>
              <a:buChar char="q"/>
            </a:pPr>
            <a:r>
              <a:rPr lang="en-GB" dirty="0" smtClean="0"/>
              <a:t>Axis X,Y,Z,A, and B</a:t>
            </a:r>
          </a:p>
          <a:p>
            <a:pPr>
              <a:buFont typeface="Wingdings" pitchFamily="2" charset="2"/>
              <a:buChar char="q"/>
            </a:pPr>
            <a:r>
              <a:rPr lang="en-GB" dirty="0" smtClean="0"/>
              <a:t>Ability to move a tool or a part in five different axis simultaneously.</a:t>
            </a:r>
            <a:endParaRPr lang="en-US" dirty="0"/>
          </a:p>
        </p:txBody>
      </p:sp>
      <p:pic>
        <p:nvPicPr>
          <p:cNvPr id="10" name="The-configuration-of-a-five-axis-machine-tool-considered-in-this-paper.png" descr="C:\Users\lenovo\Desktop\The-configuration-of-a-five-axis-machine-tool-considered-in-this-paper.png"/>
          <p:cNvPicPr>
            <a:picLocks noGrp="1" noChangeAspect="1"/>
          </p:cNvPicPr>
          <p:nvPr>
            <p:ph type="pic" sz="quarter" idx="15"/>
          </p:nvPr>
        </p:nvPicPr>
        <p:blipFill>
          <a:blip r:link="rId2"/>
          <a:srcRect l="4983" r="4983"/>
          <a:stretch>
            <a:fillRect/>
          </a:stretch>
        </p:blipFill>
        <p:spPr>
          <a:xfrm>
            <a:off x="6210688" y="1720154"/>
            <a:ext cx="5721119" cy="3743944"/>
          </a:xfrm>
        </p:spPr>
      </p:pic>
      <p:sp>
        <p:nvSpPr>
          <p:cNvPr id="6" name="Date Placeholder 5"/>
          <p:cNvSpPr>
            <a:spLocks noGrp="1"/>
          </p:cNvSpPr>
          <p:nvPr>
            <p:ph type="dt" sz="half" idx="10"/>
          </p:nvPr>
        </p:nvSpPr>
        <p:spPr/>
        <p:txBody>
          <a:bodyPr/>
          <a:lstStyle/>
          <a:p>
            <a:endParaRPr lang="en-US" dirty="0"/>
          </a:p>
        </p:txBody>
      </p:sp>
      <p:sp>
        <p:nvSpPr>
          <p:cNvPr id="7" name="Footer Placeholder 6"/>
          <p:cNvSpPr>
            <a:spLocks noGrp="1"/>
          </p:cNvSpPr>
          <p:nvPr>
            <p:ph type="ftr" sz="quarter" idx="11"/>
          </p:nvPr>
        </p:nvSpPr>
        <p:spPr/>
        <p:txBody>
          <a:bodyPr/>
          <a:lstStyle/>
          <a:p>
            <a:r>
              <a:rPr lang="en-US" dirty="0" smtClean="0"/>
              <a:t>Sample Footer Text</a:t>
            </a:r>
            <a:endParaRPr lang="en-US" dirty="0"/>
          </a:p>
        </p:txBody>
      </p:sp>
      <p:sp>
        <p:nvSpPr>
          <p:cNvPr id="8" name="Slide Number Placeholder 7"/>
          <p:cNvSpPr>
            <a:spLocks noGrp="1"/>
          </p:cNvSpPr>
          <p:nvPr>
            <p:ph type="sldNum" sz="quarter" idx="12"/>
          </p:nvPr>
        </p:nvSpPr>
        <p:spPr/>
        <p:txBody>
          <a:bodyPr/>
          <a:lstStyle/>
          <a:p>
            <a:fld id="{DBA1B0FB-D917-4C8C-928F-313BD683BF39}" type="slidenum">
              <a:rPr lang="en-US" smtClean="0"/>
              <a:pPr/>
              <a:t>19</a:t>
            </a:fld>
            <a:endParaRPr lang="en-US" dirty="0"/>
          </a:p>
        </p:txBody>
      </p:sp>
    </p:spTree>
  </p:cSld>
  <p:clrMapOvr>
    <a:masterClrMapping/>
  </p:clrMapOvr>
  <p:transition>
    <p:fade thruBlk="1"/>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89463" y="-334536"/>
            <a:ext cx="11731191" cy="1196397"/>
          </a:xfrm>
        </p:spPr>
        <p:txBody>
          <a:bodyPr/>
          <a:lstStyle/>
          <a:p>
            <a:r>
              <a:rPr lang="en-GB" sz="4000" dirty="0" smtClean="0">
                <a:latin typeface="Arial Rounded MT Bold" pitchFamily="34" charset="0"/>
              </a:rPr>
              <a:t>PICK AND PLACE CNC MACHINE</a:t>
            </a:r>
            <a:endParaRPr lang="en-US" sz="4000" dirty="0">
              <a:latin typeface="Arial Rounded MT Bold" pitchFamily="34" charset="0"/>
            </a:endParaRPr>
          </a:p>
        </p:txBody>
      </p:sp>
      <p:sp>
        <p:nvSpPr>
          <p:cNvPr id="3" name="Subtitle 2"/>
          <p:cNvSpPr>
            <a:spLocks noGrp="1"/>
          </p:cNvSpPr>
          <p:nvPr>
            <p:ph type="subTitle" idx="1"/>
          </p:nvPr>
        </p:nvSpPr>
        <p:spPr>
          <a:xfrm>
            <a:off x="239137" y="2310537"/>
            <a:ext cx="5437187" cy="2265216"/>
          </a:xfrm>
        </p:spPr>
        <p:txBody>
          <a:bodyPr/>
          <a:lstStyle/>
          <a:p>
            <a:pPr>
              <a:buFont typeface="Wingdings" pitchFamily="2" charset="2"/>
              <a:buChar char="q"/>
            </a:pPr>
            <a:r>
              <a:rPr lang="en-GB" dirty="0" smtClean="0"/>
              <a:t>Industries.</a:t>
            </a:r>
          </a:p>
          <a:p>
            <a:pPr>
              <a:buFont typeface="Wingdings" pitchFamily="2" charset="2"/>
              <a:buChar char="q"/>
            </a:pPr>
            <a:r>
              <a:rPr lang="en-GB" dirty="0" smtClean="0"/>
              <a:t>Reduce the labour cost and time.</a:t>
            </a:r>
          </a:p>
          <a:p>
            <a:pPr>
              <a:buFont typeface="Wingdings" pitchFamily="2" charset="2"/>
              <a:buChar char="q"/>
            </a:pPr>
            <a:r>
              <a:rPr lang="en-GB" dirty="0" smtClean="0"/>
              <a:t>Amazon</a:t>
            </a:r>
            <a:endParaRPr lang="en-US" dirty="0"/>
          </a:p>
        </p:txBody>
      </p:sp>
      <p:pic>
        <p:nvPicPr>
          <p:cNvPr id="11" name="PICKED.jpg" descr="C:\Users\lenovo\Desktop\PICKED.jpg"/>
          <p:cNvPicPr>
            <a:picLocks noGrp="1" noChangeAspect="1"/>
          </p:cNvPicPr>
          <p:nvPr>
            <p:ph type="pic" sz="quarter" idx="15"/>
          </p:nvPr>
        </p:nvPicPr>
        <p:blipFill>
          <a:blip r:link="rId2"/>
          <a:srcRect l="13940" r="13940"/>
          <a:stretch>
            <a:fillRect/>
          </a:stretch>
        </p:blipFill>
        <p:spPr>
          <a:xfrm>
            <a:off x="5597913" y="1593104"/>
            <a:ext cx="6097395" cy="4393580"/>
          </a:xfrm>
        </p:spPr>
      </p:pic>
      <p:sp>
        <p:nvSpPr>
          <p:cNvPr id="6" name="Date Placeholder 5"/>
          <p:cNvSpPr>
            <a:spLocks noGrp="1"/>
          </p:cNvSpPr>
          <p:nvPr>
            <p:ph type="dt" sz="half" idx="10"/>
          </p:nvPr>
        </p:nvSpPr>
        <p:spPr/>
        <p:txBody>
          <a:bodyPr/>
          <a:lstStyle/>
          <a:p>
            <a:endParaRPr lang="en-US" dirty="0"/>
          </a:p>
        </p:txBody>
      </p:sp>
      <p:sp>
        <p:nvSpPr>
          <p:cNvPr id="7" name="Footer Placeholder 6"/>
          <p:cNvSpPr>
            <a:spLocks noGrp="1"/>
          </p:cNvSpPr>
          <p:nvPr>
            <p:ph type="ftr" sz="quarter" idx="11"/>
          </p:nvPr>
        </p:nvSpPr>
        <p:spPr/>
        <p:txBody>
          <a:bodyPr/>
          <a:lstStyle/>
          <a:p>
            <a:r>
              <a:rPr lang="en-US" dirty="0" smtClean="0"/>
              <a:t>Sample Footer Text</a:t>
            </a:r>
            <a:endParaRPr lang="en-US" dirty="0"/>
          </a:p>
        </p:txBody>
      </p:sp>
      <p:sp>
        <p:nvSpPr>
          <p:cNvPr id="8" name="Slide Number Placeholder 7"/>
          <p:cNvSpPr>
            <a:spLocks noGrp="1"/>
          </p:cNvSpPr>
          <p:nvPr>
            <p:ph type="sldNum" sz="quarter" idx="12"/>
          </p:nvPr>
        </p:nvSpPr>
        <p:spPr/>
        <p:txBody>
          <a:bodyPr/>
          <a:lstStyle/>
          <a:p>
            <a:fld id="{DBA1B0FB-D917-4C8C-928F-313BD683BF39}" type="slidenum">
              <a:rPr lang="en-US" smtClean="0"/>
              <a:pPr/>
              <a:t>20</a:t>
            </a:fld>
            <a:endParaRPr lang="en-US" dirty="0"/>
          </a:p>
        </p:txBody>
      </p:sp>
    </p:spTree>
  </p:cSld>
  <p:clrMapOvr>
    <a:masterClrMapping/>
  </p:clrMapOvr>
  <p:transition>
    <p:fade thruBlk="1"/>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34177" y="1"/>
            <a:ext cx="11797991" cy="1449658"/>
          </a:xfrm>
        </p:spPr>
        <p:txBody>
          <a:bodyPr/>
          <a:lstStyle/>
          <a:p>
            <a:r>
              <a:rPr lang="en-GB" sz="4000" dirty="0" smtClean="0">
                <a:latin typeface="Arial Rounded MT Bold" pitchFamily="34" charset="0"/>
              </a:rPr>
              <a:t>Advantage and Disadvantage of CNC Machine </a:t>
            </a:r>
            <a:r>
              <a:rPr lang="en-GB" dirty="0" smtClean="0"/>
              <a:t/>
            </a:r>
            <a:br>
              <a:rPr lang="en-GB" dirty="0" smtClean="0"/>
            </a:br>
            <a:endParaRPr lang="en-US" dirty="0"/>
          </a:p>
        </p:txBody>
      </p:sp>
      <p:sp>
        <p:nvSpPr>
          <p:cNvPr id="3" name="Subtitle 2"/>
          <p:cNvSpPr>
            <a:spLocks noGrp="1"/>
          </p:cNvSpPr>
          <p:nvPr>
            <p:ph type="subTitle" idx="1"/>
          </p:nvPr>
        </p:nvSpPr>
        <p:spPr>
          <a:xfrm>
            <a:off x="1" y="1092820"/>
            <a:ext cx="12192000" cy="5011158"/>
          </a:xfrm>
        </p:spPr>
        <p:txBody>
          <a:bodyPr/>
          <a:lstStyle/>
          <a:p>
            <a:r>
              <a:rPr lang="en-GB" dirty="0" smtClean="0">
                <a:solidFill>
                  <a:schemeClr val="accent3">
                    <a:lumMod val="75000"/>
                  </a:schemeClr>
                </a:solidFill>
              </a:rPr>
              <a:t>    </a:t>
            </a:r>
            <a:r>
              <a:rPr lang="en-GB" sz="5400" b="1" u="sng" dirty="0" smtClean="0">
                <a:solidFill>
                  <a:schemeClr val="accent3">
                    <a:lumMod val="75000"/>
                  </a:schemeClr>
                </a:solidFill>
                <a:latin typeface="Arial Rounded MT Bold" pitchFamily="34" charset="0"/>
              </a:rPr>
              <a:t>A</a:t>
            </a:r>
            <a:r>
              <a:rPr lang="en-GB" sz="4000" b="1" u="sng" dirty="0" smtClean="0">
                <a:solidFill>
                  <a:schemeClr val="accent3">
                    <a:lumMod val="75000"/>
                  </a:schemeClr>
                </a:solidFill>
                <a:latin typeface="Arial Rounded MT Bold" pitchFamily="34" charset="0"/>
              </a:rPr>
              <a:t>dvantage</a:t>
            </a:r>
            <a:r>
              <a:rPr lang="en-GB" sz="4000" dirty="0" smtClean="0">
                <a:solidFill>
                  <a:schemeClr val="accent3">
                    <a:lumMod val="75000"/>
                  </a:schemeClr>
                </a:solidFill>
              </a:rPr>
              <a:t>                             </a:t>
            </a:r>
            <a:r>
              <a:rPr lang="en-GB" sz="5400" u="sng" dirty="0" smtClean="0">
                <a:solidFill>
                  <a:schemeClr val="accent3">
                    <a:lumMod val="75000"/>
                  </a:schemeClr>
                </a:solidFill>
                <a:latin typeface="Arial Rounded MT Bold" pitchFamily="34" charset="0"/>
              </a:rPr>
              <a:t>D</a:t>
            </a:r>
            <a:r>
              <a:rPr lang="en-GB" sz="4000" u="sng" dirty="0" smtClean="0">
                <a:solidFill>
                  <a:schemeClr val="accent3">
                    <a:lumMod val="75000"/>
                  </a:schemeClr>
                </a:solidFill>
                <a:latin typeface="Arial Rounded MT Bold" pitchFamily="34" charset="0"/>
              </a:rPr>
              <a:t>isadvantage</a:t>
            </a:r>
          </a:p>
          <a:p>
            <a:endParaRPr lang="en-GB" u="sng" dirty="0" smtClean="0"/>
          </a:p>
          <a:p>
            <a:r>
              <a:rPr lang="en-GB" b="1" dirty="0" smtClean="0">
                <a:solidFill>
                  <a:schemeClr val="accent3">
                    <a:lumMod val="75000"/>
                  </a:schemeClr>
                </a:solidFill>
              </a:rPr>
              <a:t>  1) </a:t>
            </a:r>
            <a:r>
              <a:rPr lang="en-GB" dirty="0" smtClean="0"/>
              <a:t>A highly skilled operator is not                      </a:t>
            </a:r>
            <a:r>
              <a:rPr lang="en-GB" b="1" dirty="0" smtClean="0">
                <a:solidFill>
                  <a:schemeClr val="accent3">
                    <a:lumMod val="75000"/>
                  </a:schemeClr>
                </a:solidFill>
              </a:rPr>
              <a:t>1) </a:t>
            </a:r>
            <a:r>
              <a:rPr lang="en-GB" dirty="0" smtClean="0"/>
              <a:t>The cost of a CNC machine is much </a:t>
            </a:r>
          </a:p>
          <a:p>
            <a:r>
              <a:rPr lang="en-GB" dirty="0" smtClean="0"/>
              <a:t>   needed to turn a CNC Machine.                        higher than a manually operated machine.                                                                                   </a:t>
            </a:r>
          </a:p>
          <a:p>
            <a:r>
              <a:rPr lang="en-GB" b="1" dirty="0" smtClean="0">
                <a:solidFill>
                  <a:schemeClr val="accent3">
                    <a:lumMod val="75000"/>
                  </a:schemeClr>
                </a:solidFill>
              </a:rPr>
              <a:t>  2) </a:t>
            </a:r>
            <a:r>
              <a:rPr lang="en-GB" dirty="0" smtClean="0"/>
              <a:t>A semi-skilled operator can also                   </a:t>
            </a:r>
            <a:r>
              <a:rPr lang="en-GB" b="1" dirty="0" smtClean="0">
                <a:solidFill>
                  <a:schemeClr val="accent3">
                    <a:lumMod val="75000"/>
                  </a:schemeClr>
                </a:solidFill>
              </a:rPr>
              <a:t>2)</a:t>
            </a:r>
            <a:r>
              <a:rPr lang="en-GB" dirty="0" smtClean="0"/>
              <a:t> The initial cost is high.</a:t>
            </a:r>
          </a:p>
          <a:p>
            <a:r>
              <a:rPr lang="en-GB" dirty="0" smtClean="0"/>
              <a:t>   Operate accurately and more precisely.           </a:t>
            </a:r>
            <a:r>
              <a:rPr lang="en-GB" b="1" dirty="0" smtClean="0">
                <a:solidFill>
                  <a:schemeClr val="accent3">
                    <a:lumMod val="75000"/>
                  </a:schemeClr>
                </a:solidFill>
              </a:rPr>
              <a:t>3)</a:t>
            </a:r>
            <a:r>
              <a:rPr lang="en-GB" dirty="0" smtClean="0"/>
              <a:t> It does not eliminate the need for costly   </a:t>
            </a:r>
          </a:p>
          <a:p>
            <a:r>
              <a:rPr lang="en-GB" b="1" dirty="0" smtClean="0">
                <a:solidFill>
                  <a:schemeClr val="accent3">
                    <a:lumMod val="75000"/>
                  </a:schemeClr>
                </a:solidFill>
              </a:rPr>
              <a:t>  3) </a:t>
            </a:r>
            <a:r>
              <a:rPr lang="en-GB" dirty="0" smtClean="0"/>
              <a:t>It can be operate for 24 hours of a day.       Tools.</a:t>
            </a:r>
          </a:p>
          <a:p>
            <a:r>
              <a:rPr lang="en-GB" dirty="0" smtClean="0"/>
              <a:t>   Higher Flexibility also. </a:t>
            </a:r>
          </a:p>
          <a:p>
            <a:endParaRPr lang="en-GB" dirty="0" smtClean="0"/>
          </a:p>
          <a:p>
            <a:pPr>
              <a:buFont typeface="Wingdings" pitchFamily="2" charset="2"/>
              <a:buChar char="q"/>
            </a:pPr>
            <a:endParaRPr lang="en-US" sz="2800" u="sng" dirty="0">
              <a:latin typeface="Arial Rounded MT Bold" pitchFamily="34" charset="0"/>
            </a:endParaRPr>
          </a:p>
        </p:txBody>
      </p:sp>
      <p:sp>
        <p:nvSpPr>
          <p:cNvPr id="6" name="Date Placeholder 5"/>
          <p:cNvSpPr>
            <a:spLocks noGrp="1"/>
          </p:cNvSpPr>
          <p:nvPr>
            <p:ph type="dt" sz="half" idx="10"/>
          </p:nvPr>
        </p:nvSpPr>
        <p:spPr/>
        <p:txBody>
          <a:bodyPr/>
          <a:lstStyle/>
          <a:p>
            <a:endParaRPr lang="en-US" dirty="0"/>
          </a:p>
        </p:txBody>
      </p:sp>
      <p:sp>
        <p:nvSpPr>
          <p:cNvPr id="7" name="Footer Placeholder 6"/>
          <p:cNvSpPr>
            <a:spLocks noGrp="1"/>
          </p:cNvSpPr>
          <p:nvPr>
            <p:ph type="ftr" sz="quarter" idx="11"/>
          </p:nvPr>
        </p:nvSpPr>
        <p:spPr/>
        <p:txBody>
          <a:bodyPr/>
          <a:lstStyle/>
          <a:p>
            <a:endParaRPr lang="en-US" dirty="0"/>
          </a:p>
        </p:txBody>
      </p:sp>
      <p:sp>
        <p:nvSpPr>
          <p:cNvPr id="8" name="Slide Number Placeholder 7"/>
          <p:cNvSpPr>
            <a:spLocks noGrp="1"/>
          </p:cNvSpPr>
          <p:nvPr>
            <p:ph type="sldNum" sz="quarter" idx="12"/>
          </p:nvPr>
        </p:nvSpPr>
        <p:spPr/>
        <p:txBody>
          <a:bodyPr/>
          <a:lstStyle/>
          <a:p>
            <a:fld id="{DBA1B0FB-D917-4C8C-928F-313BD683BF39}" type="slidenum">
              <a:rPr lang="en-US" smtClean="0"/>
              <a:pPr/>
              <a:t>21</a:t>
            </a:fld>
            <a:endParaRPr lang="en-US" dirty="0"/>
          </a:p>
        </p:txBody>
      </p:sp>
    </p:spTree>
  </p:cSld>
  <p:clrMapOvr>
    <a:masterClrMapping/>
  </p:clrMapOvr>
  <p:transition>
    <p:fade thruBlk="1"/>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Title 21">
            <a:extLst>
              <a:ext uri="{FF2B5EF4-FFF2-40B4-BE49-F238E27FC236}">
                <a16:creationId xmlns="" xmlns:a16="http://schemas.microsoft.com/office/drawing/2014/main" id="{F8FAEED9-1ECD-45F9-87A0-9394BAEABB79}"/>
              </a:ext>
            </a:extLst>
          </p:cNvPr>
          <p:cNvSpPr>
            <a:spLocks noGrp="1"/>
          </p:cNvSpPr>
          <p:nvPr>
            <p:ph type="ctrTitle"/>
          </p:nvPr>
        </p:nvSpPr>
        <p:spPr>
          <a:xfrm>
            <a:off x="2857646" y="2326121"/>
            <a:ext cx="5437187" cy="1705552"/>
          </a:xfrm>
        </p:spPr>
        <p:txBody>
          <a:bodyPr/>
          <a:lstStyle/>
          <a:p>
            <a:r>
              <a:rPr lang="en-US" sz="6000" dirty="0">
                <a:latin typeface="Arial Rounded MT Bold" pitchFamily="34" charset="0"/>
              </a:rPr>
              <a:t>Thank You</a:t>
            </a:r>
          </a:p>
        </p:txBody>
      </p:sp>
      <p:sp>
        <p:nvSpPr>
          <p:cNvPr id="5" name="Footer Placeholder 4">
            <a:extLst>
              <a:ext uri="{FF2B5EF4-FFF2-40B4-BE49-F238E27FC236}">
                <a16:creationId xmlns="" xmlns:a16="http://schemas.microsoft.com/office/drawing/2014/main" id="{0B37A3FF-ED32-4C4A-A21F-848A3BF6F896}"/>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 xmlns:a16="http://schemas.microsoft.com/office/drawing/2014/main" id="{36E60F23-FB58-4EF8-82FD-E86CED25FDD4}"/>
              </a:ext>
            </a:extLst>
          </p:cNvPr>
          <p:cNvSpPr>
            <a:spLocks noGrp="1"/>
          </p:cNvSpPr>
          <p:nvPr>
            <p:ph type="sldNum" sz="quarter" idx="12"/>
          </p:nvPr>
        </p:nvSpPr>
        <p:spPr/>
        <p:txBody>
          <a:bodyPr/>
          <a:lstStyle/>
          <a:p>
            <a:r>
              <a:rPr lang="en-GB" dirty="0" smtClean="0"/>
              <a:t>22</a:t>
            </a:r>
          </a:p>
        </p:txBody>
      </p:sp>
    </p:spTree>
    <p:extLst>
      <p:ext uri="{BB962C8B-B14F-4D97-AF65-F5344CB8AC3E}">
        <p14:creationId xmlns="" xmlns:p14="http://schemas.microsoft.com/office/powerpoint/2010/main" val="3247798845"/>
      </p:ext>
    </p:extLst>
  </p:cSld>
  <p:clrMapOvr>
    <a:masterClrMapping/>
  </p:clrMapOvr>
  <p:transition>
    <p:fade thruBlk="1"/>
  </p:transition>
  <p:timing>
    <p:tnLst>
      <p:par>
        <p:cTn id="1" dur="indefinite" restart="never" nodeType="tmRoot"/>
      </p:par>
    </p:tnLst>
  </p:timing>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Civic">
  <a:themeElements>
    <a:clrScheme name="Civic">
      <a:dk1>
        <a:sysClr val="windowText" lastClr="000000"/>
      </a:dk1>
      <a:lt1>
        <a:sysClr val="window" lastClr="FFFFFF"/>
      </a:lt1>
      <a:dk2>
        <a:srgbClr val="646B86"/>
      </a:dk2>
      <a:lt2>
        <a:srgbClr val="C5D1D7"/>
      </a:lt2>
      <a:accent1>
        <a:srgbClr val="D16349"/>
      </a:accent1>
      <a:accent2>
        <a:srgbClr val="CCB400"/>
      </a:accent2>
      <a:accent3>
        <a:srgbClr val="8CADAE"/>
      </a:accent3>
      <a:accent4>
        <a:srgbClr val="8C7B70"/>
      </a:accent4>
      <a:accent5>
        <a:srgbClr val="8FB08C"/>
      </a:accent5>
      <a:accent6>
        <a:srgbClr val="D19049"/>
      </a:accent6>
      <a:hlink>
        <a:srgbClr val="00A3D6"/>
      </a:hlink>
      <a:folHlink>
        <a:srgbClr val="694F07"/>
      </a:folHlink>
    </a:clrScheme>
    <a:fontScheme name="Civic">
      <a:majorFont>
        <a:latin typeface="Georgia"/>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Georgia"/>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Civic">
      <a:fillStyleLst>
        <a:solidFill>
          <a:schemeClr val="phClr"/>
        </a:solidFill>
        <a:solidFill>
          <a:schemeClr val="phClr">
            <a:tint val="45000"/>
          </a:schemeClr>
        </a:solidFill>
        <a:solidFill>
          <a:schemeClr val="phClr">
            <a:tint val="95000"/>
          </a:schemeClr>
        </a:solidFill>
      </a:fillStyleLst>
      <a:lnStyleLst>
        <a:ln w="9525" cap="flat" cmpd="sng" algn="ctr">
          <a:solidFill>
            <a:schemeClr val="phClr"/>
          </a:solidFill>
          <a:prstDash val="solid"/>
        </a:ln>
        <a:ln w="11429" cap="flat" cmpd="sng" algn="ctr">
          <a:solidFill>
            <a:schemeClr val="phClr"/>
          </a:solidFill>
          <a:prstDash val="sysDash"/>
        </a:ln>
        <a:ln w="20000" cap="flat" cmpd="sng" algn="ctr">
          <a:solidFill>
            <a:schemeClr val="phClr"/>
          </a:solidFill>
          <a:prstDash val="solid"/>
        </a:ln>
      </a:lnStyleLst>
      <a:effectStyleLst>
        <a:effectStyle>
          <a:effectLst>
            <a:outerShdw blurRad="50800" dist="25400" dir="5400000" rotWithShape="0">
              <a:srgbClr val="000000">
                <a:alpha val="35000"/>
              </a:srgbClr>
            </a:outerShdw>
          </a:effectLst>
        </a:effectStyle>
        <a:effectStyle>
          <a:effectLst>
            <a:outerShdw blurRad="50800" dist="25400" dir="5400000" rotWithShape="0">
              <a:srgbClr val="000000">
                <a:alpha val="45000"/>
              </a:srgbClr>
            </a:outerShdw>
          </a:effectLst>
          <a:scene3d>
            <a:camera prst="orthographicFront" fov="0">
              <a:rot lat="0" lon="0" rev="0"/>
            </a:camera>
            <a:lightRig rig="threePt" dir="t">
              <a:rot lat="0" lon="0" rev="0"/>
            </a:lightRig>
          </a:scene3d>
          <a:sp3d contourW="9525" prstMaterial="matte">
            <a:bevelT w="0" h="0"/>
            <a:contourClr>
              <a:schemeClr val="phClr">
                <a:shade val="70000"/>
                <a:satMod val="105000"/>
              </a:schemeClr>
            </a:contourClr>
          </a:sp3d>
        </a:effectStyle>
        <a:effectStyle>
          <a:effectLst>
            <a:outerShdw blurRad="50800" dist="25400" dir="5400000" rotWithShape="0">
              <a:srgbClr val="000000">
                <a:alpha val="45000"/>
              </a:srgbClr>
            </a:outerShdw>
          </a:effectLst>
          <a:scene3d>
            <a:camera prst="orthographicFront" fov="0">
              <a:rot lat="0" lon="0" rev="0"/>
            </a:camera>
            <a:lightRig rig="soft" dir="b">
              <a:rot lat="0" lon="0" rev="0"/>
            </a:lightRig>
          </a:scene3d>
          <a:sp3d prstMaterial="dkEdge">
            <a:bevelT w="63500" h="63500" prst="cross"/>
            <a:contourClr>
              <a:schemeClr val="phClr"/>
            </a:contourClr>
          </a:sp3d>
        </a:effectStyle>
      </a:effectStyleLst>
      <a:bgFillStyleLst>
        <a:solidFill>
          <a:schemeClr val="phClr"/>
        </a:solidFill>
        <a:blipFill>
          <a:blip xmlns:r="http://schemas.openxmlformats.org/officeDocument/2006/relationships" r:embed="rId1">
            <a:duotone>
              <a:schemeClr val="phClr">
                <a:shade val="70000"/>
                <a:satMod val="115000"/>
              </a:schemeClr>
              <a:schemeClr val="phClr">
                <a:tint val="85000"/>
              </a:schemeClr>
            </a:duotone>
          </a:blip>
          <a:tile tx="0" ty="0" sx="85000" sy="85000" flip="none" algn="tl"/>
        </a:blipFill>
        <a:blipFill>
          <a:blip xmlns:r="http://schemas.openxmlformats.org/officeDocument/2006/relationships" r:embed="rId2">
            <a:duotone>
              <a:schemeClr val="phClr">
                <a:shade val="65000"/>
                <a:satMod val="115000"/>
              </a:schemeClr>
              <a:schemeClr val="phClr">
                <a:tint val="85000"/>
              </a:schemeClr>
            </a:duotone>
          </a:blip>
          <a:tile tx="0" ty="0" sx="65000" sy="65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8" ma:contentTypeDescription="Create a new document." ma:contentTypeScope="" ma:versionID="22a266b9fa9a230c5a512669d8b298c3">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eddc33fff6b14141ee5c74a0d29ea6a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element ref="ns1:_ip_UnifiedCompliancePolicyProperties" minOccurs="0"/>
                <xsd:element ref="ns1:_ip_UnifiedCompliancePolicyUIAction" minOccurs="0"/>
                <xsd:element ref="ns2:Image" minOccurs="0"/>
                <xsd:element ref="ns2:lcf76f155ced4ddcb4097134ff3c332f" minOccurs="0"/>
                <xsd:element ref="ns4:TaxCatchAll"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xsd:simpleType>
        <xsd:restriction base="dms:Note"/>
      </xsd:simpleType>
    </xsd:element>
    <xsd:element name="_ip_UnifiedCompliancePolicyUIAction" ma:index="21"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element name="Image" ma:index="22" nillable="true" ma:displayName="Image" ma:format="Image" ma:internalName="Image">
      <xsd:complexType>
        <xsd:complexContent>
          <xsd:extension base="dms:URL">
            <xsd:sequence>
              <xsd:element name="Url" type="dms:ValidUrl" minOccurs="0" nillable="true"/>
              <xsd:element name="Description" type="xsd:string" nillable="true"/>
            </xsd:sequence>
          </xsd:extension>
        </xsd:complexContent>
      </xsd:complexType>
    </xsd:element>
    <xsd:element name="lcf76f155ced4ddcb4097134ff3c332f" ma:index="24" nillable="true" ma:taxonomy="true" ma:internalName="lcf76f155ced4ddcb4097134ff3c332f" ma:taxonomyFieldName="MediaServiceAITags" ma:displayName="Image Tags" ma:readOnly="false" ma:fieldId="{5cf76f15-5ced-4ddc-b409-7134ff3c332f}" ma:taxonomyMulti="true" ma:sspId="e385fb40-52d4-4fae-9c5b-3e8ff8a5878e" ma:termSetId="09814cd3-568e-4e90-9814-8d621ff8fb84" ma:anchorId="00000000-0000-0000-0000-000000000000" ma:open="tru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5" nillable="true" ma:displayName="Taxonomy Catch All Column" ma:hidden="true" ma:list="{3f6bfcbc-3db3-4ae6-bd76-326f0798ad28}" ma:internalName="TaxCatchAll"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_ip_UnifiedCompliancePolicyProperties xmlns="http://schemas.microsoft.com/sharepoint/v3" xsi:nil="true"/>
    <lcf76f155ced4ddcb4097134ff3c332f xmlns="71af3243-3dd4-4a8d-8c0d-dd76da1f02a5">
      <Terms xmlns="http://schemas.microsoft.com/office/infopath/2007/PartnerControls"/>
    </lcf76f155ced4ddcb4097134ff3c332f>
    <TaxCatchAll xmlns="230e9df3-be65-4c73-a93b-d1236ebd677e"/>
    <MediaServiceKeyPoints xmlns="71af3243-3dd4-4a8d-8c0d-dd76da1f02a5" xsi:nil="true"/>
  </documentManagement>
</p:properties>
</file>

<file path=customXml/itemProps1.xml><?xml version="1.0" encoding="utf-8"?>
<ds:datastoreItem xmlns:ds="http://schemas.openxmlformats.org/officeDocument/2006/customXml" ds:itemID="{DF76BC85-9361-4044-951E-1D698143E543}">
  <ds:schemaRefs>
    <ds:schemaRef ds:uri="http://schemas.microsoft.com/sharepoint/v3/contenttype/forms"/>
  </ds:schemaRefs>
</ds:datastoreItem>
</file>

<file path=customXml/itemProps2.xml><?xml version="1.0" encoding="utf-8"?>
<ds:datastoreItem xmlns:ds="http://schemas.openxmlformats.org/officeDocument/2006/customXml" ds:itemID="{5A163FB7-958F-4794-B3EE-EC8933868F0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CF128D9D-8887-4AE7-BD39-EBCD268E911A}">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docMetadata/LabelInfo.xml><?xml version="1.0" encoding="utf-8"?>
<clbl:labelList xmlns:clbl="http://schemas.microsoft.com/office/2020/mipLabelMetadata">
  <clbl:label id="{f42aa342-8706-4288-bd11-ebb85995028c}" enabled="1" method="Standard" siteId="{72f988bf-86f1-41af-91ab-2d7cd011db47}" contentBits="0" removed="0"/>
</clbl:labelList>
</file>

<file path=docProps/app.xml><?xml version="1.0" encoding="utf-8"?>
<Properties xmlns="http://schemas.openxmlformats.org/officeDocument/2006/extended-properties" xmlns:vt="http://schemas.openxmlformats.org/officeDocument/2006/docPropsVTypes">
  <Template>Civic</Template>
  <TotalTime>0</TotalTime>
  <Words>847</Words>
  <Application>Microsoft Office PowerPoint</Application>
  <PresentationFormat>Custom</PresentationFormat>
  <Paragraphs>140</Paragraphs>
  <Slides>22</Slides>
  <Notes>3</Notes>
  <HiddenSlides>0</HiddenSlides>
  <MMClips>0</MMClips>
  <ScaleCrop>false</ScaleCrop>
  <HeadingPairs>
    <vt:vector size="4" baseType="variant">
      <vt:variant>
        <vt:lpstr>Theme</vt:lpstr>
      </vt:variant>
      <vt:variant>
        <vt:i4>1</vt:i4>
      </vt:variant>
      <vt:variant>
        <vt:lpstr>Slide Titles</vt:lpstr>
      </vt:variant>
      <vt:variant>
        <vt:i4>22</vt:i4>
      </vt:variant>
    </vt:vector>
  </HeadingPairs>
  <TitlesOfParts>
    <vt:vector size="23" baseType="lpstr">
      <vt:lpstr>Civic</vt:lpstr>
      <vt:lpstr>INDUSTRIAL TRAINIG PRESENTATION  CNC MACHINE</vt:lpstr>
      <vt:lpstr>Introduction</vt:lpstr>
      <vt:lpstr>   Mechanical Engineering</vt:lpstr>
      <vt:lpstr>What does Mechanical Engineer do?</vt:lpstr>
      <vt:lpstr>Topics</vt:lpstr>
      <vt:lpstr>Introduction Of CNC Machine</vt:lpstr>
      <vt:lpstr>History of CNC Machines</vt:lpstr>
      <vt:lpstr>Application of CNC Machine</vt:lpstr>
      <vt:lpstr>Automotive Industry  </vt:lpstr>
      <vt:lpstr>Healthcare Centre</vt:lpstr>
      <vt:lpstr>Compression Between Lathe Machine and CNC Machine.</vt:lpstr>
      <vt:lpstr>Types Of CNC Machine</vt:lpstr>
      <vt:lpstr>Parts Of CNC Machines</vt:lpstr>
      <vt:lpstr>CNC MILLING MACHINE</vt:lpstr>
      <vt:lpstr>CNC ROUTER MACHINE</vt:lpstr>
      <vt:lpstr>CNC lASER CUTTING MACHINE</vt:lpstr>
      <vt:lpstr>CNC PLASMA CUTTING MACHINE</vt:lpstr>
      <vt:lpstr>3-D PRINTER</vt:lpstr>
      <vt:lpstr>5-AXIS CNC MACHINE</vt:lpstr>
      <vt:lpstr>PICK AND PLACE CNC MACHINE</vt:lpstr>
      <vt:lpstr>Advantage and Disadvantage of CNC Machine  </vt:lpstr>
      <vt:lpstr>Thank You</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
  <cp:lastModifiedBy/>
  <cp:revision>1</cp:revision>
  <dcterms:created xsi:type="dcterms:W3CDTF">2021-01-28T12:59:42Z</dcterms:created>
  <dcterms:modified xsi:type="dcterms:W3CDTF">2023-08-26T16:57:27Z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