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30" r:id="rId4"/>
  </p:sldMasterIdLst>
  <p:notesMasterIdLst>
    <p:notesMasterId r:id="rId27"/>
  </p:notesMasterIdLst>
  <p:handoutMasterIdLst>
    <p:handoutMasterId r:id="rId28"/>
  </p:handoutMasterIdLst>
  <p:sldIdLst>
    <p:sldId id="409" r:id="rId5"/>
    <p:sldId id="257" r:id="rId6"/>
    <p:sldId id="408" r:id="rId7"/>
    <p:sldId id="279" r:id="rId8"/>
    <p:sldId id="389" r:id="rId9"/>
    <p:sldId id="410" r:id="rId10"/>
    <p:sldId id="393" r:id="rId11"/>
    <p:sldId id="414" r:id="rId12"/>
    <p:sldId id="415" r:id="rId13"/>
    <p:sldId id="416" r:id="rId14"/>
    <p:sldId id="321" r:id="rId15"/>
    <p:sldId id="392" r:id="rId16"/>
    <p:sldId id="405" r:id="rId17"/>
    <p:sldId id="395" r:id="rId18"/>
    <p:sldId id="396" r:id="rId19"/>
    <p:sldId id="397" r:id="rId20"/>
    <p:sldId id="398" r:id="rId21"/>
    <p:sldId id="399" r:id="rId22"/>
    <p:sldId id="401" r:id="rId23"/>
    <p:sldId id="402" r:id="rId24"/>
    <p:sldId id="406" r:id="rId25"/>
    <p:sldId id="3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pos="3840">
          <p15:clr>
            <a:srgbClr val="F26B43"/>
          </p15:clr>
        </p15:guide>
        <p15:guide id="3" orient="horz" pos="216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Rg st="1" end="16"/>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37335B"/>
    <a:srgbClr val="CCE8D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15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653" autoAdjust="0"/>
    <p:restoredTop sz="93725" autoAdjust="0"/>
  </p:normalViewPr>
  <p:slideViewPr>
    <p:cSldViewPr snapToGrid="0">
      <p:cViewPr varScale="1">
        <p:scale>
          <a:sx n="92" d="100"/>
          <a:sy n="92" d="100"/>
        </p:scale>
        <p:origin x="-108" y="-216"/>
      </p:cViewPr>
      <p:guideLst>
        <p:guide orient="horz" pos="2160"/>
        <p:guide pos="384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pPr/>
              <a:t>8/25/2023</a:t>
            </a:fld>
            <a:endParaRPr lang="en-US" dirty="0"/>
          </a:p>
        </p:txBody>
      </p:sp>
      <p:sp>
        <p:nvSpPr>
          <p:cNvPr id="4" name="Footer Placeholder 3">
            <a:extLst>
              <a:ext uri="{FF2B5EF4-FFF2-40B4-BE49-F238E27FC236}">
                <a16:creationId xmlns=""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pPr/>
              <a:t>‹#›</a:t>
            </a:fld>
            <a:endParaRPr lang="en-US" dirty="0"/>
          </a:p>
        </p:txBody>
      </p:sp>
    </p:spTree>
    <p:extLst>
      <p:ext uri="{BB962C8B-B14F-4D97-AF65-F5344CB8AC3E}">
        <p14:creationId xmlns=""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pPr/>
              <a:t>8/25/2023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pPr/>
              <a:t>‹#›</a:t>
            </a:fld>
            <a:endParaRPr lang="en-US" dirty="0"/>
          </a:p>
        </p:txBody>
      </p:sp>
    </p:spTree>
    <p:extLst>
      <p:ext uri="{BB962C8B-B14F-4D97-AF65-F5344CB8AC3E}">
        <p14:creationId xmlns=""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2</a:t>
            </a:fld>
            <a:endParaRPr lang="en-US" dirty="0"/>
          </a:p>
        </p:txBody>
      </p:sp>
    </p:spTree>
    <p:extLst>
      <p:ext uri="{BB962C8B-B14F-4D97-AF65-F5344CB8AC3E}">
        <p14:creationId xmlns=""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6</a:t>
            </a:fld>
            <a:endParaRPr lang="en-US" dirty="0"/>
          </a:p>
        </p:txBody>
      </p:sp>
    </p:spTree>
    <p:extLst>
      <p:ext uri="{BB962C8B-B14F-4D97-AF65-F5344CB8AC3E}">
        <p14:creationId xmlns=""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pPr/>
              <a:t>11</a:t>
            </a:fld>
            <a:endParaRPr lang="en-US" dirty="0"/>
          </a:p>
        </p:txBody>
      </p:sp>
    </p:spTree>
    <p:extLst>
      <p:ext uri="{BB962C8B-B14F-4D97-AF65-F5344CB8AC3E}">
        <p14:creationId xmlns="" xmlns:p14="http://schemas.microsoft.com/office/powerpoint/2010/main" val="415089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r>
              <a:rPr lang="en-US" dirty="0" smtClean="0"/>
              <a:t>Tuesday, February 2, 20XX</a:t>
            </a:r>
            <a:endParaRPr lang="en-US" dirty="0"/>
          </a:p>
        </p:txBody>
      </p:sp>
      <p:sp>
        <p:nvSpPr>
          <p:cNvPr id="17" name="Footer Placeholder 16"/>
          <p:cNvSpPr>
            <a:spLocks noGrp="1"/>
          </p:cNvSpPr>
          <p:nvPr>
            <p:ph type="ftr" sz="quarter" idx="11"/>
          </p:nvPr>
        </p:nvSpPr>
        <p:spPr/>
        <p:txBody>
          <a:bodyPr/>
          <a:lstStyle/>
          <a:p>
            <a:r>
              <a:rPr lang="en-US" dirty="0" smtClean="0"/>
              <a:t>Sample Footer Text</a:t>
            </a:r>
            <a:endParaRPr lang="en-US" dirty="0"/>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a:xfrm>
            <a:off x="5815584" y="1026373"/>
            <a:ext cx="609600" cy="441325"/>
          </a:xfrm>
        </p:spPr>
        <p:txBody>
          <a:bodyPr/>
          <a:lstStyle/>
          <a:p>
            <a:fld id="{DBA1B0FB-D917-4C8C-928F-313BD683BF39}" type="slidenum">
              <a:rPr lang="en-US" smtClean="0"/>
              <a:pPr/>
              <a:t>‹#›</a:t>
            </a:fld>
            <a:endParaRPr lang="en-US" dirty="0"/>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p:txBody>
          <a:bodyPr/>
          <a:lstStyle/>
          <a:p>
            <a:r>
              <a:rPr lang="en-US" dirty="0" smtClean="0"/>
              <a:t>Sample Footer Text</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a:t>
            </a:fld>
            <a:endParaRPr lang="en-US" dirty="0"/>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r>
              <a:rPr lang="en-US" dirty="0" smtClean="0"/>
              <a:t>Tuesday, February 2, 20XX</a:t>
            </a:r>
            <a:endParaRPr lang="en-US" dirty="0"/>
          </a:p>
        </p:txBody>
      </p:sp>
      <p:sp>
        <p:nvSpPr>
          <p:cNvPr id="8" name="Footer Placeholder 7"/>
          <p:cNvSpPr>
            <a:spLocks noGrp="1"/>
          </p:cNvSpPr>
          <p:nvPr>
            <p:ph type="ftr" sz="quarter" idx="11"/>
          </p:nvPr>
        </p:nvSpPr>
        <p:spPr>
          <a:xfrm>
            <a:off x="406400" y="6409944"/>
            <a:ext cx="4775200" cy="365760"/>
          </a:xfrm>
        </p:spPr>
        <p:txBody>
          <a:bodyPr/>
          <a:lstStyle/>
          <a:p>
            <a:r>
              <a:rPr lang="en-US" dirty="0" smtClean="0"/>
              <a:t>Sample Footer Text</a:t>
            </a:r>
            <a:endParaRPr lang="en-US" dirty="0"/>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DBA1B0FB-D917-4C8C-928F-313BD683BF39}" type="slidenum">
              <a:rPr lang="en-US" smtClean="0"/>
              <a:pPr/>
              <a:t>‹#›</a:t>
            </a:fld>
            <a:endParaRPr lang="en-US" dirty="0"/>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r>
              <a:rPr lang="en-US" dirty="0" smtClean="0"/>
              <a:t>Tuesday, February 2, 20XX</a:t>
            </a:r>
            <a:endParaRPr lang="en-US" dirty="0"/>
          </a:p>
        </p:txBody>
      </p:sp>
      <p:sp>
        <p:nvSpPr>
          <p:cNvPr id="4" name="Footer Placeholder 3"/>
          <p:cNvSpPr>
            <a:spLocks noGrp="1"/>
          </p:cNvSpPr>
          <p:nvPr>
            <p:ph type="ftr" sz="quarter" idx="11"/>
          </p:nvPr>
        </p:nvSpPr>
        <p:spPr/>
        <p:txBody>
          <a:bodyPr/>
          <a:lstStyle/>
          <a:p>
            <a:r>
              <a:rPr lang="en-US" dirty="0" smtClean="0"/>
              <a:t>Sample Footer Text</a:t>
            </a:r>
            <a:endParaRPr lang="en-US" dirty="0"/>
          </a:p>
        </p:txBody>
      </p:sp>
      <p:sp>
        <p:nvSpPr>
          <p:cNvPr id="5" name="Slide Number Placeholder 4"/>
          <p:cNvSpPr>
            <a:spLocks noGrp="1"/>
          </p:cNvSpPr>
          <p:nvPr>
            <p:ph type="sldNum" sz="quarter" idx="12"/>
          </p:nvPr>
        </p:nvSpPr>
        <p:spPr>
          <a:xfrm>
            <a:off x="5791200" y="1036021"/>
            <a:ext cx="609600" cy="441325"/>
          </a:xfrm>
        </p:spPr>
        <p:txBody>
          <a:bodyPr/>
          <a:lstStyle/>
          <a:p>
            <a:fld id="{DBA1B0FB-D917-4C8C-928F-313BD683BF39}" type="slidenum">
              <a:rPr lang="en-US" smtClean="0"/>
              <a:pPr/>
              <a:t>‹#›</a:t>
            </a:fld>
            <a:endParaRPr 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r>
              <a:rPr lang="en-US" dirty="0" smtClean="0"/>
              <a:t>Tuesday, February 2, 20XX</a:t>
            </a:r>
            <a:endParaRPr lang="en-US" dirty="0"/>
          </a:p>
        </p:txBody>
      </p:sp>
      <p:sp>
        <p:nvSpPr>
          <p:cNvPr id="3" name="Footer Placeholder 2"/>
          <p:cNvSpPr>
            <a:spLocks noGrp="1"/>
          </p:cNvSpPr>
          <p:nvPr>
            <p:ph type="ftr" sz="quarter" idx="11"/>
          </p:nvPr>
        </p:nvSpPr>
        <p:spPr/>
        <p:txBody>
          <a:bodyPr/>
          <a:lstStyle/>
          <a:p>
            <a:r>
              <a:rPr lang="en-US" dirty="0" smtClean="0"/>
              <a:t>Sample Footer Text</a:t>
            </a:r>
            <a:endParaRPr lang="en-US" dirty="0"/>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DBA1B0FB-D917-4C8C-928F-313BD683BF3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DBA1B0FB-D917-4C8C-928F-313BD683BF39}" type="slidenum">
              <a:rPr lang="en-US" smtClean="0"/>
              <a:pPr/>
              <a:t>‹#›</a:t>
            </a:fld>
            <a:endParaRPr lang="en-US" dirty="0"/>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a:xfrm>
            <a:off x="402336" y="6410848"/>
            <a:ext cx="4511040" cy="365760"/>
          </a:xfrm>
        </p:spPr>
        <p:txBody>
          <a:bodyPr/>
          <a:lstStyle/>
          <a:p>
            <a:r>
              <a:rPr lang="en-US" dirty="0" smtClean="0"/>
              <a:t>Sample Footer Text</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Slide Number Placeholder 6"/>
          <p:cNvSpPr>
            <a:spLocks noGrp="1"/>
          </p:cNvSpPr>
          <p:nvPr>
            <p:ph type="sldNum" sz="quarter" idx="12"/>
          </p:nvPr>
        </p:nvSpPr>
        <p:spPr>
          <a:xfrm>
            <a:off x="1828800" y="312739"/>
            <a:ext cx="609600" cy="441325"/>
          </a:xfrm>
        </p:spPr>
        <p:txBody>
          <a:bodyPr/>
          <a:lstStyle/>
          <a:p>
            <a:fld id="{DBA1B0FB-D917-4C8C-928F-313BD683BF39}" type="slidenum">
              <a:rPr lang="en-US" smtClean="0"/>
              <a:pPr/>
              <a:t>‹#›</a:t>
            </a:fld>
            <a:endParaRPr lang="en-US" dirty="0"/>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Date Placeholder 4"/>
          <p:cNvSpPr>
            <a:spLocks noGrp="1"/>
          </p:cNvSpPr>
          <p:nvPr>
            <p:ph type="dt" sz="half" idx="10"/>
          </p:nvPr>
        </p:nvSpPr>
        <p:spPr>
          <a:xfrm>
            <a:off x="7717536" y="6404984"/>
            <a:ext cx="4059936" cy="365760"/>
          </a:xfrm>
        </p:spPr>
        <p:txBody>
          <a:bodyPr/>
          <a:lstStyle/>
          <a:p>
            <a:r>
              <a:rPr lang="en-US" dirty="0" smtClean="0"/>
              <a:t>Tuesday, February 2, 20XX</a:t>
            </a:r>
            <a:endParaRPr lang="en-US" dirty="0"/>
          </a:p>
        </p:txBody>
      </p:sp>
      <p:sp>
        <p:nvSpPr>
          <p:cNvPr id="6" name="Footer Placeholder 5"/>
          <p:cNvSpPr>
            <a:spLocks noGrp="1"/>
          </p:cNvSpPr>
          <p:nvPr>
            <p:ph type="ftr" sz="quarter" idx="11"/>
          </p:nvPr>
        </p:nvSpPr>
        <p:spPr>
          <a:xfrm>
            <a:off x="402336" y="6410848"/>
            <a:ext cx="4779264" cy="365760"/>
          </a:xfrm>
        </p:spPr>
        <p:txBody>
          <a:bodyPr/>
          <a:lstStyle/>
          <a:p>
            <a:r>
              <a:rPr lang="en-US" dirty="0" smtClean="0"/>
              <a:t>Sample Footer Text</a:t>
            </a:r>
            <a:endParaRPr lang="en-US" dirty="0"/>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9221216" y="3009902"/>
            <a:ext cx="609600" cy="441325"/>
          </a:xfrm>
        </p:spPr>
        <p:txBody>
          <a:bodyPr/>
          <a:lstStyle/>
          <a:p>
            <a:fld id="{DBA1B0FB-D917-4C8C-928F-313BD683BF39}" type="slidenum">
              <a:rPr lang="en-US" smtClean="0"/>
              <a:pPr/>
              <a:t>‹#›</a:t>
            </a:fld>
            <a:endParaRPr lang="en-US" dirty="0"/>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dirty="0" smtClean="0"/>
              <a:t>Tuesday, February 2, 20XX</a:t>
            </a:r>
            <a:endParaRPr lang="en-US" dirty="0"/>
          </a:p>
        </p:txBody>
      </p:sp>
      <p:sp>
        <p:nvSpPr>
          <p:cNvPr id="5" name="Footer Placeholder 4"/>
          <p:cNvSpPr>
            <a:spLocks noGrp="1"/>
          </p:cNvSpPr>
          <p:nvPr>
            <p:ph type="ftr" sz="quarter" idx="11"/>
          </p:nvPr>
        </p:nvSpPr>
        <p:spPr/>
        <p:txBody>
          <a:bodyPr/>
          <a:lstStyle/>
          <a:p>
            <a:r>
              <a:rPr lang="en-US" dirty="0" smtClean="0"/>
              <a:t>Sample Footer Text</a:t>
            </a:r>
            <a:endParaRPr lang="en-US" dirty="0"/>
          </a:p>
        </p:txBody>
      </p:sp>
      <p:sp>
        <p:nvSpPr>
          <p:cNvPr id="2" name="Vertical Title 1"/>
          <p:cNvSpPr>
            <a:spLocks noGrp="1"/>
          </p:cNvSpPr>
          <p:nvPr>
            <p:ph type="title" orient="vert"/>
          </p:nvPr>
        </p:nvSpPr>
        <p:spPr>
          <a:xfrm>
            <a:off x="9855200" y="304802"/>
            <a:ext cx="19304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9E68F591-F3C7-4872-BBA0-0693794F4F11}"/>
              </a:ext>
            </a:extLst>
          </p:cNvPr>
          <p:cNvSpPr>
            <a:spLocks noGrp="1"/>
          </p:cNvSpPr>
          <p:nvPr>
            <p:ph type="ctrTitle" hasCustomPrompt="1"/>
          </p:nvPr>
        </p:nvSpPr>
        <p:spPr>
          <a:xfrm>
            <a:off x="7999415"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endParaRPr lang="en-US" dirty="0"/>
          </a:p>
        </p:txBody>
      </p:sp>
      <p:sp>
        <p:nvSpPr>
          <p:cNvPr id="8" name="Oval 7">
            <a:extLst>
              <a:ext uri="{FF2B5EF4-FFF2-40B4-BE49-F238E27FC236}">
                <a16:creationId xmlns="" xmlns:a16="http://schemas.microsoft.com/office/drawing/2014/main" id="{938AD48E-7D67-4BE9-97B6-DB64DE5253B9}"/>
              </a:ext>
              <a:ext uri="{C183D7F6-B498-43B3-948B-1728B52AA6E4}">
                <adec:decorative xmlns=""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 name="Group 8">
            <a:extLst>
              <a:ext uri="{FF2B5EF4-FFF2-40B4-BE49-F238E27FC236}">
                <a16:creationId xmlns="" xmlns:a16="http://schemas.microsoft.com/office/drawing/2014/main" id="{EB6FF8E2-165B-49EB-8120-14190F9491BC}"/>
              </a:ext>
              <a:ext uri="{C183D7F6-B498-43B3-948B-1728B52AA6E4}">
                <adec:decorative xmlns="" xmlns:adec="http://schemas.microsoft.com/office/drawing/2017/decorative" val="1"/>
              </a:ext>
            </a:extLst>
          </p:cNvPr>
          <p:cNvGrpSpPr/>
          <p:nvPr userDrawn="1"/>
        </p:nvGrpSpPr>
        <p:grpSpPr>
          <a:xfrm rot="5400000">
            <a:off x="10915300" y="5534727"/>
            <a:ext cx="667802" cy="631475"/>
            <a:chOff x="10478914" y="1506691"/>
            <a:chExt cx="667802" cy="631474"/>
          </a:xfrm>
        </p:grpSpPr>
        <p:sp>
          <p:nvSpPr>
            <p:cNvPr id="10" name="Freeform: Shape 9">
              <a:extLst>
                <a:ext uri="{FF2B5EF4-FFF2-40B4-BE49-F238E27FC236}">
                  <a16:creationId xmlns=""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 name="Text Placeholder 2">
            <a:extLst>
              <a:ext uri="{FF2B5EF4-FFF2-40B4-BE49-F238E27FC236}">
                <a16:creationId xmlns="" xmlns:a16="http://schemas.microsoft.com/office/drawing/2014/main" id="{5B16EB97-6E8A-4B50-8701-7CB158044DCA}"/>
              </a:ext>
            </a:extLst>
          </p:cNvPr>
          <p:cNvSpPr>
            <a:spLocks noGrp="1"/>
          </p:cNvSpPr>
          <p:nvPr>
            <p:ph type="body" sz="quarter" idx="14"/>
          </p:nvPr>
        </p:nvSpPr>
        <p:spPr>
          <a:xfrm>
            <a:off x="7999414" y="3568702"/>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dirty="0"/>
              <a:t>Click to edit Master text styles</a:t>
            </a:r>
          </a:p>
        </p:txBody>
      </p:sp>
    </p:spTree>
    <p:extLst>
      <p:ext uri="{BB962C8B-B14F-4D97-AF65-F5344CB8AC3E}">
        <p14:creationId xmlns="" xmlns:p14="http://schemas.microsoft.com/office/powerpoint/2010/main" val="600948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C0923D16-1EC5-4C17-ABA8-B13A1256B36F}"/>
              </a:ext>
            </a:extLst>
          </p:cNvPr>
          <p:cNvSpPr>
            <a:spLocks noGrp="1"/>
          </p:cNvSpPr>
          <p:nvPr>
            <p:ph type="title" hasCustomPrompt="1"/>
          </p:nvPr>
        </p:nvSpPr>
        <p:spPr>
          <a:xfrm>
            <a:off x="550865" y="549277"/>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 xmlns:a16="http://schemas.microsoft.com/office/drawing/2014/main" id="{50294D8B-CF64-4C26-8C78-57A375E7D33B}"/>
              </a:ext>
            </a:extLst>
          </p:cNvPr>
          <p:cNvSpPr>
            <a:spLocks noGrp="1"/>
          </p:cNvSpPr>
          <p:nvPr>
            <p:ph idx="1" hasCustomPrompt="1"/>
          </p:nvPr>
        </p:nvSpPr>
        <p:spPr>
          <a:xfrm>
            <a:off x="550864" y="2677308"/>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 xmlns:a16="http://schemas.microsoft.com/office/drawing/2014/main" id="{67BCF456-426F-435B-8DF0-A32A44F5A889}"/>
              </a:ext>
            </a:extLst>
          </p:cNvPr>
          <p:cNvSpPr>
            <a:spLocks noGrp="1"/>
          </p:cNvSpPr>
          <p:nvPr>
            <p:ph type="pic" sz="quarter" idx="13"/>
          </p:nvPr>
        </p:nvSpPr>
        <p:spPr>
          <a:xfrm>
            <a:off x="5208928" y="1596771"/>
            <a:ext cx="3448559"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endParaRPr lang="en-US" dirty="0"/>
          </a:p>
        </p:txBody>
      </p:sp>
      <p:sp>
        <p:nvSpPr>
          <p:cNvPr id="22" name="Picture Placeholder 21">
            <a:extLst>
              <a:ext uri="{FF2B5EF4-FFF2-40B4-BE49-F238E27FC236}">
                <a16:creationId xmlns=""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endParaRPr lang="en-US" dirty="0"/>
          </a:p>
        </p:txBody>
      </p:sp>
      <p:sp>
        <p:nvSpPr>
          <p:cNvPr id="25" name="Picture Placeholder 24">
            <a:extLst>
              <a:ext uri="{FF2B5EF4-FFF2-40B4-BE49-F238E27FC236}">
                <a16:creationId xmlns="" xmlns:a16="http://schemas.microsoft.com/office/drawing/2014/main" id="{A14F21DF-D5E0-4C6C-BA2C-D69D65DBB18E}"/>
              </a:ext>
            </a:extLst>
          </p:cNvPr>
          <p:cNvSpPr>
            <a:spLocks noGrp="1"/>
          </p:cNvSpPr>
          <p:nvPr>
            <p:ph type="pic" sz="quarter" idx="15"/>
          </p:nvPr>
        </p:nvSpPr>
        <p:spPr>
          <a:xfrm>
            <a:off x="9091613"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6" name="Oval 5">
            <a:extLst>
              <a:ext uri="{FF2B5EF4-FFF2-40B4-BE49-F238E27FC236}">
                <a16:creationId xmlns="" xmlns:a16="http://schemas.microsoft.com/office/drawing/2014/main" id="{92FF63B4-C261-4597-9EE0-811D250B9D21}"/>
              </a:ext>
              <a:ext uri="{C183D7F6-B498-43B3-948B-1728B52AA6E4}">
                <adec:decorative xmlns=""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8" name="Group 9">
            <a:extLst>
              <a:ext uri="{FF2B5EF4-FFF2-40B4-BE49-F238E27FC236}">
                <a16:creationId xmlns="" xmlns:a16="http://schemas.microsoft.com/office/drawing/2014/main" id="{F92CF088-7F97-4A11-8A81-0EF641F6986F}"/>
              </a:ext>
              <a:ext uri="{C183D7F6-B498-43B3-948B-1728B52AA6E4}">
                <adec:decorative xmlns="" xmlns:adec="http://schemas.microsoft.com/office/drawing/2017/decorative" val="1"/>
              </a:ext>
            </a:extLst>
          </p:cNvPr>
          <p:cNvGrpSpPr/>
          <p:nvPr userDrawn="1"/>
        </p:nvGrpSpPr>
        <p:grpSpPr>
          <a:xfrm>
            <a:off x="5602297" y="5691007"/>
            <a:ext cx="667803" cy="631474"/>
            <a:chOff x="3409557" y="4940429"/>
            <a:chExt cx="667802" cy="631474"/>
          </a:xfrm>
        </p:grpSpPr>
        <p:sp>
          <p:nvSpPr>
            <p:cNvPr id="11" name="Freeform: Shape 10">
              <a:extLst>
                <a:ext uri="{FF2B5EF4-FFF2-40B4-BE49-F238E27FC236}">
                  <a16:creationId xmlns=""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Oval 11">
              <a:extLst>
                <a:ext uri="{FF2B5EF4-FFF2-40B4-BE49-F238E27FC236}">
                  <a16:creationId xmlns=""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 xmlns:p14="http://schemas.microsoft.com/office/powerpoint/2010/main" val="4284120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endParaRPr lang="en-US" dirty="0"/>
          </a:p>
        </p:txBody>
      </p:sp>
      <p:sp>
        <p:nvSpPr>
          <p:cNvPr id="13" name="Rectangle 12">
            <a:extLst>
              <a:ext uri="{FF2B5EF4-FFF2-40B4-BE49-F238E27FC236}">
                <a16:creationId xmlns="" xmlns:a16="http://schemas.microsoft.com/office/drawing/2014/main" id="{80517979-166D-4AAA-ABBC-0C3E5C2ECF37}"/>
              </a:ext>
              <a:ext uri="{C183D7F6-B498-43B3-948B-1728B52AA6E4}">
                <adec:decorative xmlns="" xmlns:adec="http://schemas.microsoft.com/office/drawing/2017/decorative" val="1"/>
              </a:ext>
            </a:extLst>
          </p:cNvPr>
          <p:cNvSpPr/>
          <p:nvPr userDrawn="1"/>
        </p:nvSpPr>
        <p:spPr>
          <a:xfrm>
            <a:off x="0" y="5773731"/>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 xmlns:a16="http://schemas.microsoft.com/office/drawing/2014/main" id="{754E1219-253E-4FEF-A576-83857F44BA01}"/>
              </a:ext>
            </a:extLst>
          </p:cNvPr>
          <p:cNvSpPr>
            <a:spLocks noGrp="1"/>
          </p:cNvSpPr>
          <p:nvPr>
            <p:ph type="ctrTitle"/>
          </p:nvPr>
        </p:nvSpPr>
        <p:spPr>
          <a:xfrm>
            <a:off x="550864" y="549275"/>
            <a:ext cx="5437187" cy="2986234"/>
          </a:xfrm>
        </p:spPr>
        <p:txBody>
          <a:bodyPr anchor="b" anchorCtr="0">
            <a:noAutofit/>
          </a:bodyPr>
          <a:lstStyle>
            <a:lvl1pPr>
              <a:defRPr sz="6400"/>
            </a:lvl1pPr>
          </a:lstStyle>
          <a:p>
            <a:endParaRPr lang="en-US" dirty="0"/>
          </a:p>
        </p:txBody>
      </p:sp>
      <p:sp>
        <p:nvSpPr>
          <p:cNvPr id="16" name="Subtitle 2">
            <a:extLst>
              <a:ext uri="{FF2B5EF4-FFF2-40B4-BE49-F238E27FC236}">
                <a16:creationId xmlns="" xmlns:a16="http://schemas.microsoft.com/office/drawing/2014/main" id="{93411FC5-0B5A-4566-9984-827485AF9265}"/>
              </a:ext>
            </a:extLst>
          </p:cNvPr>
          <p:cNvSpPr>
            <a:spLocks noGrp="1"/>
          </p:cNvSpPr>
          <p:nvPr>
            <p:ph type="subTitle" idx="1"/>
          </p:nvPr>
        </p:nvSpPr>
        <p:spPr>
          <a:xfrm>
            <a:off x="550864" y="3816724"/>
            <a:ext cx="5437187" cy="2265216"/>
          </a:xfrm>
        </p:spPr>
        <p:txBody>
          <a:bodyPr>
            <a:noAutofit/>
          </a:bodyPr>
          <a:lstStyle>
            <a:lvl1pPr>
              <a:buNone/>
              <a:defRPr sz="2400"/>
            </a:lvl1pPr>
          </a:lstStyle>
          <a:p>
            <a:endParaRPr lang="en-US" dirty="0">
              <a:solidFill>
                <a:schemeClr val="tx1">
                  <a:alpha val="60000"/>
                </a:schemeClr>
              </a:solidFill>
            </a:endParaRPr>
          </a:p>
        </p:txBody>
      </p:sp>
    </p:spTree>
    <p:extLst>
      <p:ext uri="{BB962C8B-B14F-4D97-AF65-F5344CB8AC3E}">
        <p14:creationId xmlns=""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Quote">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endParaRPr lang="en-US" dirty="0"/>
          </a:p>
        </p:txBody>
      </p:sp>
      <p:grpSp>
        <p:nvGrpSpPr>
          <p:cNvPr id="6" name="Group 7">
            <a:extLst>
              <a:ext uri="{FF2B5EF4-FFF2-40B4-BE49-F238E27FC236}">
                <a16:creationId xmlns="" xmlns:a16="http://schemas.microsoft.com/office/drawing/2014/main" id="{B17C5C60-EC4D-410B-9997-0B73289605FD}"/>
              </a:ext>
              <a:ext uri="{C183D7F6-B498-43B3-948B-1728B52AA6E4}">
                <adec:decorative xmlns="" xmlns:adec="http://schemas.microsoft.com/office/drawing/2017/decorative" val="1"/>
              </a:ext>
            </a:extLst>
          </p:cNvPr>
          <p:cNvGrpSpPr/>
          <p:nvPr userDrawn="1"/>
        </p:nvGrpSpPr>
        <p:grpSpPr>
          <a:xfrm>
            <a:off x="10822157" y="4143453"/>
            <a:ext cx="734257" cy="760506"/>
            <a:chOff x="5243759" y="1363788"/>
            <a:chExt cx="734257" cy="760506"/>
          </a:xfrm>
        </p:grpSpPr>
        <p:sp>
          <p:nvSpPr>
            <p:cNvPr id="9" name="Freeform 5">
              <a:extLst>
                <a:ext uri="{FF2B5EF4-FFF2-40B4-BE49-F238E27FC236}">
                  <a16:creationId xmlns=""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2" name="Oval 11">
            <a:extLst>
              <a:ext uri="{FF2B5EF4-FFF2-40B4-BE49-F238E27FC236}">
                <a16:creationId xmlns="" xmlns:a16="http://schemas.microsoft.com/office/drawing/2014/main" id="{80A2FA6F-99B7-4984-A80C-570644889F02}"/>
              </a:ext>
              <a:ext uri="{C183D7F6-B498-43B3-948B-1728B52AA6E4}">
                <adec:decorative xmlns=""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Content Placeholder 16">
            <a:extLst>
              <a:ext uri="{FF2B5EF4-FFF2-40B4-BE49-F238E27FC236}">
                <a16:creationId xmlns="" xmlns:a16="http://schemas.microsoft.com/office/drawing/2014/main" id="{439C8C03-81B3-4DE8-B96A-78258E4467CC}"/>
              </a:ext>
            </a:extLst>
          </p:cNvPr>
          <p:cNvSpPr>
            <a:spLocks noGrp="1"/>
          </p:cNvSpPr>
          <p:nvPr>
            <p:ph sz="quarter" idx="15"/>
          </p:nvPr>
        </p:nvSpPr>
        <p:spPr>
          <a:xfrm>
            <a:off x="550863" y="4097340"/>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dirty="0"/>
              <a:t>Click to edit Master text styles</a:t>
            </a:r>
          </a:p>
        </p:txBody>
      </p:sp>
      <p:sp>
        <p:nvSpPr>
          <p:cNvPr id="15" name="Picture Placeholder 14">
            <a:extLst>
              <a:ext uri="{FF2B5EF4-FFF2-40B4-BE49-F238E27FC236}">
                <a16:creationId xmlns="" xmlns:a16="http://schemas.microsoft.com/office/drawing/2014/main" id="{C1FBB56D-C8B1-4ED9-A5DB-72BA636DADF3}"/>
              </a:ext>
            </a:extLst>
          </p:cNvPr>
          <p:cNvSpPr>
            <a:spLocks noGrp="1"/>
          </p:cNvSpPr>
          <p:nvPr>
            <p:ph type="pic" sz="quarter" idx="13"/>
          </p:nvPr>
        </p:nvSpPr>
        <p:spPr>
          <a:xfrm>
            <a:off x="5535810"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3063087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 xmlns:a16="http://schemas.microsoft.com/office/drawing/2014/main" id="{97246E34-E6EE-4BF3-A0D3-A20868B5A594}"/>
              </a:ext>
            </a:extLst>
          </p:cNvPr>
          <p:cNvSpPr>
            <a:spLocks noGrp="1"/>
          </p:cNvSpPr>
          <p:nvPr>
            <p:ph type="ctrTitle"/>
          </p:nvPr>
        </p:nvSpPr>
        <p:spPr>
          <a:xfrm>
            <a:off x="550864" y="549275"/>
            <a:ext cx="5437187" cy="2986234"/>
          </a:xfrm>
        </p:spPr>
        <p:txBody>
          <a:bodyPr anchor="b" anchorCtr="0">
            <a:noAutofit/>
          </a:bodyPr>
          <a:lstStyle/>
          <a:p>
            <a:endParaRPr lang="en-US" dirty="0"/>
          </a:p>
        </p:txBody>
      </p:sp>
      <p:sp>
        <p:nvSpPr>
          <p:cNvPr id="31" name="Subtitle 2">
            <a:extLst>
              <a:ext uri="{FF2B5EF4-FFF2-40B4-BE49-F238E27FC236}">
                <a16:creationId xmlns="" xmlns:a16="http://schemas.microsoft.com/office/drawing/2014/main" id="{45BE5FFB-47D1-4474-B6CA-C3C936DF285E}"/>
              </a:ext>
            </a:extLst>
          </p:cNvPr>
          <p:cNvSpPr>
            <a:spLocks noGrp="1"/>
          </p:cNvSpPr>
          <p:nvPr>
            <p:ph type="subTitle" idx="1"/>
          </p:nvPr>
        </p:nvSpPr>
        <p:spPr>
          <a:xfrm>
            <a:off x="550864" y="3827610"/>
            <a:ext cx="5437187" cy="2265216"/>
          </a:xfrm>
        </p:spPr>
        <p:txBody>
          <a:bodyPr>
            <a:noAutofit/>
          </a:bodyPr>
          <a:lstStyle>
            <a:lvl1pPr>
              <a:buNone/>
              <a:defRPr sz="2400"/>
            </a:lvl1pPr>
          </a:lstStyle>
          <a:p>
            <a:endParaRPr lang="en-US" dirty="0">
              <a:solidFill>
                <a:schemeClr val="tx1">
                  <a:alpha val="60000"/>
                </a:schemeClr>
              </a:solidFill>
            </a:endParaRPr>
          </a:p>
        </p:txBody>
      </p:sp>
      <p:sp>
        <p:nvSpPr>
          <p:cNvPr id="40" name="Picture Placeholder 39">
            <a:extLst>
              <a:ext uri="{FF2B5EF4-FFF2-40B4-BE49-F238E27FC236}">
                <a16:creationId xmlns=""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endParaRPr lang="en-US" dirty="0"/>
          </a:p>
        </p:txBody>
      </p:sp>
      <p:sp>
        <p:nvSpPr>
          <p:cNvPr id="42" name="Picture Placeholder 41">
            <a:extLst>
              <a:ext uri="{FF2B5EF4-FFF2-40B4-BE49-F238E27FC236}">
                <a16:creationId xmlns=""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endParaRPr lang="en-US" dirty="0"/>
          </a:p>
        </p:txBody>
      </p:sp>
      <p:grpSp>
        <p:nvGrpSpPr>
          <p:cNvPr id="2" name="Group 42">
            <a:extLst>
              <a:ext uri="{FF2B5EF4-FFF2-40B4-BE49-F238E27FC236}">
                <a16:creationId xmlns="" xmlns:a16="http://schemas.microsoft.com/office/drawing/2014/main" id="{06966E3E-9B30-4375-AC9A-23256CC87D25}"/>
              </a:ext>
              <a:ext uri="{C183D7F6-B498-43B3-948B-1728B52AA6E4}">
                <adec:decorative xmlns="" xmlns:adec="http://schemas.microsoft.com/office/drawing/2017/decorative" val="1"/>
              </a:ext>
            </a:extLst>
          </p:cNvPr>
          <p:cNvGrpSpPr/>
          <p:nvPr userDrawn="1"/>
        </p:nvGrpSpPr>
        <p:grpSpPr>
          <a:xfrm>
            <a:off x="11161347" y="125401"/>
            <a:ext cx="1404699" cy="1155641"/>
            <a:chOff x="11161347" y="125399"/>
            <a:chExt cx="1404698" cy="1155641"/>
          </a:xfrm>
        </p:grpSpPr>
        <p:sp>
          <p:nvSpPr>
            <p:cNvPr id="44" name="Freeform: Shape 43">
              <a:extLst>
                <a:ext uri="{FF2B5EF4-FFF2-40B4-BE49-F238E27FC236}">
                  <a16:creationId xmlns=""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5" name="Oval 44">
              <a:extLst>
                <a:ext uri="{FF2B5EF4-FFF2-40B4-BE49-F238E27FC236}">
                  <a16:creationId xmlns=""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6" name="Freeform: Shape 45">
              <a:extLst>
                <a:ext uri="{FF2B5EF4-FFF2-40B4-BE49-F238E27FC236}">
                  <a16:creationId xmlns=""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grpSp>
        <p:nvGrpSpPr>
          <p:cNvPr id="3" name="Group 14">
            <a:extLst>
              <a:ext uri="{FF2B5EF4-FFF2-40B4-BE49-F238E27FC236}">
                <a16:creationId xmlns="" xmlns:a16="http://schemas.microsoft.com/office/drawing/2014/main" id="{394664AE-6DC5-428F-9AC4-5A8F67571F72}"/>
              </a:ext>
              <a:ext uri="{C183D7F6-B498-43B3-948B-1728B52AA6E4}">
                <adec:decorative xmlns="" xmlns:adec="http://schemas.microsoft.com/office/drawing/2017/decorative" val="1"/>
              </a:ext>
            </a:extLst>
          </p:cNvPr>
          <p:cNvGrpSpPr/>
          <p:nvPr userDrawn="1"/>
        </p:nvGrpSpPr>
        <p:grpSpPr>
          <a:xfrm>
            <a:off x="594036" y="5610392"/>
            <a:ext cx="667803" cy="631474"/>
            <a:chOff x="10478914" y="1506691"/>
            <a:chExt cx="667802" cy="631474"/>
          </a:xfrm>
        </p:grpSpPr>
        <p:sp>
          <p:nvSpPr>
            <p:cNvPr id="16" name="Freeform: Shape 15">
              <a:extLst>
                <a:ext uri="{FF2B5EF4-FFF2-40B4-BE49-F238E27FC236}">
                  <a16:creationId xmlns=""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5" name="Date Placeholder 4">
            <a:extLst>
              <a:ext uri="{FF2B5EF4-FFF2-40B4-BE49-F238E27FC236}">
                <a16:creationId xmlns="" xmlns:a16="http://schemas.microsoft.com/office/drawing/2014/main" id="{E57D2D6F-49E8-4217-A908-2D9E43583589}"/>
              </a:ext>
            </a:extLst>
          </p:cNvPr>
          <p:cNvSpPr>
            <a:spLocks noGrp="1"/>
          </p:cNvSpPr>
          <p:nvPr>
            <p:ph type="dt" sz="half" idx="10"/>
          </p:nvPr>
        </p:nvSpPr>
        <p:spPr/>
        <p:txBody>
          <a:bodyPr>
            <a:noAutofit/>
          </a:bodyPr>
          <a:lstStyle/>
          <a:p>
            <a:r>
              <a:rPr lang="en-US" dirty="0"/>
              <a:t>Tuesday, February 2, 20XX</a:t>
            </a:r>
          </a:p>
        </p:txBody>
      </p:sp>
      <p:sp>
        <p:nvSpPr>
          <p:cNvPr id="6" name="Footer Placeholder 5">
            <a:extLst>
              <a:ext uri="{FF2B5EF4-FFF2-40B4-BE49-F238E27FC236}">
                <a16:creationId xmlns="" xmlns:a16="http://schemas.microsoft.com/office/drawing/2014/main" id="{591C4440-6B8D-4A24-A807-8B1302A3DFAF}"/>
              </a:ext>
            </a:extLst>
          </p:cNvPr>
          <p:cNvSpPr>
            <a:spLocks noGrp="1"/>
          </p:cNvSpPr>
          <p:nvPr>
            <p:ph type="ftr" sz="quarter" idx="11"/>
          </p:nvPr>
        </p:nvSpPr>
        <p:spPr/>
        <p:txBody>
          <a:bodyPr>
            <a:noAutofit/>
          </a:bodyPr>
          <a:lstStyle/>
          <a:p>
            <a:r>
              <a:rPr lang="en-US" dirty="0"/>
              <a:t>Sample Footer Text</a:t>
            </a:r>
          </a:p>
        </p:txBody>
      </p:sp>
      <p:sp>
        <p:nvSpPr>
          <p:cNvPr id="7" name="Slide Number Placeholder 6">
            <a:extLst>
              <a:ext uri="{FF2B5EF4-FFF2-40B4-BE49-F238E27FC236}">
                <a16:creationId xmlns=""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17" name="Oval 16">
            <a:extLst>
              <a:ext uri="{FF2B5EF4-FFF2-40B4-BE49-F238E27FC236}">
                <a16:creationId xmlns="" xmlns:a16="http://schemas.microsoft.com/office/drawing/2014/main" id="{83C43C1C-00B3-40E0-B073-B8C56206D07D}"/>
              </a:ext>
              <a:ext uri="{C183D7F6-B498-43B3-948B-1728B52AA6E4}">
                <adec:decorative xmlns=""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 xmlns:p14="http://schemas.microsoft.com/office/powerpoint/2010/main" val="727319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E949202B-67AE-417A-A336-DF5257FFDCF0}"/>
              </a:ext>
            </a:extLst>
          </p:cNvPr>
          <p:cNvSpPr>
            <a:spLocks noGrp="1"/>
          </p:cNvSpPr>
          <p:nvPr>
            <p:ph type="title"/>
          </p:nvPr>
        </p:nvSpPr>
        <p:spPr>
          <a:xfrm>
            <a:off x="550863" y="4508502"/>
            <a:ext cx="4500563" cy="1562959"/>
          </a:xfrm>
        </p:spPr>
        <p:txBody>
          <a:bodyPr wrap="square" anchor="t" anchorCtr="0">
            <a:noAutofit/>
          </a:bodyPr>
          <a:lstStyle/>
          <a:p>
            <a:endParaRPr lang="en-US"/>
          </a:p>
        </p:txBody>
      </p:sp>
      <p:sp>
        <p:nvSpPr>
          <p:cNvPr id="10" name="Picture Placeholder 9">
            <a:extLst>
              <a:ext uri="{FF2B5EF4-FFF2-40B4-BE49-F238E27FC236}">
                <a16:creationId xmlns=""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endParaRPr lang="en-US" dirty="0"/>
          </a:p>
        </p:txBody>
      </p:sp>
      <p:sp>
        <p:nvSpPr>
          <p:cNvPr id="7" name="Content Placeholder 6">
            <a:extLst>
              <a:ext uri="{FF2B5EF4-FFF2-40B4-BE49-F238E27FC236}">
                <a16:creationId xmlns=""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dirty="0"/>
              <a:t>Click to edit Master text styles</a:t>
            </a:r>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8" name="Oval 7">
            <a:extLst>
              <a:ext uri="{FF2B5EF4-FFF2-40B4-BE49-F238E27FC236}">
                <a16:creationId xmlns="" xmlns:a16="http://schemas.microsoft.com/office/drawing/2014/main" id="{446AF837-10C6-44A5-B8D6-960A57487B43}"/>
              </a:ext>
              <a:ext uri="{C183D7F6-B498-43B3-948B-1728B52AA6E4}">
                <adec:decorative xmlns=""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 xmlns:p14="http://schemas.microsoft.com/office/powerpoint/2010/main" val="1425477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endParaRPr lang="en-US" dirty="0"/>
          </a:p>
        </p:txBody>
      </p:sp>
      <p:sp>
        <p:nvSpPr>
          <p:cNvPr id="16" name="Subtitle 2">
            <a:extLst>
              <a:ext uri="{FF2B5EF4-FFF2-40B4-BE49-F238E27FC236}">
                <a16:creationId xmlns="" xmlns:a16="http://schemas.microsoft.com/office/drawing/2014/main" id="{93411FC5-0B5A-4566-9984-827485AF9265}"/>
              </a:ext>
            </a:extLst>
          </p:cNvPr>
          <p:cNvSpPr>
            <a:spLocks noGrp="1"/>
          </p:cNvSpPr>
          <p:nvPr>
            <p:ph type="subTitle" idx="1"/>
          </p:nvPr>
        </p:nvSpPr>
        <p:spPr>
          <a:xfrm>
            <a:off x="0" y="3557283"/>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endParaRPr lang="en-US" dirty="0">
              <a:solidFill>
                <a:schemeClr val="tx1">
                  <a:alpha val="60000"/>
                </a:schemeClr>
              </a:solidFill>
            </a:endParaRPr>
          </a:p>
        </p:txBody>
      </p:sp>
      <p:sp>
        <p:nvSpPr>
          <p:cNvPr id="15" name="Title 1">
            <a:extLst>
              <a:ext uri="{FF2B5EF4-FFF2-40B4-BE49-F238E27FC236}">
                <a16:creationId xmlns="" xmlns:a16="http://schemas.microsoft.com/office/drawing/2014/main" id="{754E1219-253E-4FEF-A576-83857F44BA01}"/>
              </a:ext>
            </a:extLst>
          </p:cNvPr>
          <p:cNvSpPr>
            <a:spLocks noGrp="1"/>
          </p:cNvSpPr>
          <p:nvPr>
            <p:ph type="ctrTitle"/>
          </p:nvPr>
        </p:nvSpPr>
        <p:spPr>
          <a:xfrm>
            <a:off x="0" y="2"/>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endParaRPr lang="en-US" dirty="0"/>
          </a:p>
        </p:txBody>
      </p:sp>
    </p:spTree>
    <p:extLst>
      <p:ext uri="{BB962C8B-B14F-4D97-AF65-F5344CB8AC3E}">
        <p14:creationId xmlns=""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 xmlns:a16="http://schemas.microsoft.com/office/drawing/2014/main" id="{E38C6F9E-A74F-4F54-9409-B6B93DF8CE78}"/>
              </a:ext>
              <a:ext uri="{C183D7F6-B498-43B3-948B-1728B52AA6E4}">
                <adec:decorative xmlns="" xmlns:adec="http://schemas.microsoft.com/office/drawing/2017/decorative" val="1"/>
              </a:ext>
            </a:extLst>
          </p:cNvPr>
          <p:cNvSpPr/>
          <p:nvPr userDrawn="1"/>
        </p:nvSpPr>
        <p:spPr>
          <a:xfrm>
            <a:off x="0" y="5773731"/>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4" name="Oval 33">
            <a:extLst>
              <a:ext uri="{FF2B5EF4-FFF2-40B4-BE49-F238E27FC236}">
                <a16:creationId xmlns="" xmlns:a16="http://schemas.microsoft.com/office/drawing/2014/main" id="{6F0F71C5-78A4-4793-9BD4-3DF0EE3E3EB7}"/>
              </a:ext>
              <a:ext uri="{C183D7F6-B498-43B3-948B-1728B52AA6E4}">
                <adec:decorative xmlns=""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0" name="Title 5">
            <a:extLst>
              <a:ext uri="{FF2B5EF4-FFF2-40B4-BE49-F238E27FC236}">
                <a16:creationId xmlns="" xmlns:a16="http://schemas.microsoft.com/office/drawing/2014/main" id="{36F60F77-4CC9-4F86-B70A-85012C6588A0}"/>
              </a:ext>
            </a:extLst>
          </p:cNvPr>
          <p:cNvSpPr>
            <a:spLocks noGrp="1"/>
          </p:cNvSpPr>
          <p:nvPr>
            <p:ph type="ctrTitle" hasCustomPrompt="1"/>
          </p:nvPr>
        </p:nvSpPr>
        <p:spPr>
          <a:xfrm>
            <a:off x="548641" y="548642"/>
            <a:ext cx="8281987" cy="1253041"/>
          </a:xfrm>
        </p:spPr>
        <p:txBody>
          <a:bodyPr>
            <a:noAutofit/>
          </a:bodyPr>
          <a:lstStyle/>
          <a:p>
            <a:r>
              <a:rPr lang="en-US" dirty="0"/>
              <a:t>Team</a:t>
            </a:r>
          </a:p>
        </p:txBody>
      </p:sp>
      <p:grpSp>
        <p:nvGrpSpPr>
          <p:cNvPr id="51" name="Group 50">
            <a:extLst>
              <a:ext uri="{FF2B5EF4-FFF2-40B4-BE49-F238E27FC236}">
                <a16:creationId xmlns="" xmlns:a16="http://schemas.microsoft.com/office/drawing/2014/main" id="{E6093F87-C1F6-4FAB-B891-6F7D7FC20751}"/>
              </a:ext>
              <a:ext uri="{C183D7F6-B498-43B3-948B-1728B52AA6E4}">
                <adec:decorative xmlns="" xmlns:adec="http://schemas.microsoft.com/office/drawing/2017/decorative" val="1"/>
              </a:ext>
            </a:extLst>
          </p:cNvPr>
          <p:cNvGrpSpPr/>
          <p:nvPr userDrawn="1"/>
        </p:nvGrpSpPr>
        <p:grpSpPr>
          <a:xfrm>
            <a:off x="1800566" y="4518946"/>
            <a:ext cx="1980001" cy="1363916"/>
            <a:chOff x="4879602" y="3781429"/>
            <a:chExt cx="1980001" cy="1363916"/>
          </a:xfrm>
        </p:grpSpPr>
        <p:sp>
          <p:nvSpPr>
            <p:cNvPr id="52" name="Freeform: Shape 51">
              <a:extLst>
                <a:ext uri="{FF2B5EF4-FFF2-40B4-BE49-F238E27FC236}">
                  <a16:creationId xmlns=""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3" name="Freeform: Shape 52">
              <a:extLst>
                <a:ext uri="{FF2B5EF4-FFF2-40B4-BE49-F238E27FC236}">
                  <a16:creationId xmlns=""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54" name="Oval 53">
              <a:extLst>
                <a:ext uri="{FF2B5EF4-FFF2-40B4-BE49-F238E27FC236}">
                  <a16:creationId xmlns=""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5" name="Oval 54">
              <a:extLst>
                <a:ext uri="{FF2B5EF4-FFF2-40B4-BE49-F238E27FC236}">
                  <a16:creationId xmlns=""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56" name="Picture Placeholder 55">
            <a:extLst>
              <a:ext uri="{FF2B5EF4-FFF2-40B4-BE49-F238E27FC236}">
                <a16:creationId xmlns=""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endParaRPr lang="en-US" dirty="0"/>
          </a:p>
        </p:txBody>
      </p:sp>
      <p:sp>
        <p:nvSpPr>
          <p:cNvPr id="57" name="Picture Placeholder 55">
            <a:extLst>
              <a:ext uri="{FF2B5EF4-FFF2-40B4-BE49-F238E27FC236}">
                <a16:creationId xmlns=""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endParaRPr lang="en-US" dirty="0"/>
          </a:p>
        </p:txBody>
      </p:sp>
      <p:sp>
        <p:nvSpPr>
          <p:cNvPr id="58" name="Picture Placeholder 55">
            <a:extLst>
              <a:ext uri="{FF2B5EF4-FFF2-40B4-BE49-F238E27FC236}">
                <a16:creationId xmlns=""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endParaRPr lang="en-US" dirty="0"/>
          </a:p>
        </p:txBody>
      </p:sp>
      <p:sp>
        <p:nvSpPr>
          <p:cNvPr id="59" name="Picture Placeholder 55">
            <a:extLst>
              <a:ext uri="{FF2B5EF4-FFF2-40B4-BE49-F238E27FC236}">
                <a16:creationId xmlns=""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endParaRPr lang="en-US" dirty="0"/>
          </a:p>
        </p:txBody>
      </p:sp>
      <p:sp>
        <p:nvSpPr>
          <p:cNvPr id="63" name="Text Placeholder 62">
            <a:extLst>
              <a:ext uri="{FF2B5EF4-FFF2-40B4-BE49-F238E27FC236}">
                <a16:creationId xmlns=""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 xmlns:a16="http://schemas.microsoft.com/office/drawing/2014/main" id="{6C65AE07-519E-4E3B-8521-621C8343914D}"/>
              </a:ext>
            </a:extLst>
          </p:cNvPr>
          <p:cNvSpPr>
            <a:spLocks noGrp="1"/>
          </p:cNvSpPr>
          <p:nvPr>
            <p:ph type="body" sz="quarter" idx="17" hasCustomPrompt="1"/>
          </p:nvPr>
        </p:nvSpPr>
        <p:spPr>
          <a:xfrm>
            <a:off x="1078734" y="4232951"/>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 xmlns:a16="http://schemas.microsoft.com/office/drawing/2014/main" id="{FB878318-C287-428B-8105-429BC4B03F55}"/>
              </a:ext>
            </a:extLst>
          </p:cNvPr>
          <p:cNvSpPr>
            <a:spLocks noGrp="1"/>
          </p:cNvSpPr>
          <p:nvPr>
            <p:ph type="body" sz="quarter" idx="20" hasCustomPrompt="1"/>
          </p:nvPr>
        </p:nvSpPr>
        <p:spPr>
          <a:xfrm>
            <a:off x="3839152"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 xmlns:a16="http://schemas.microsoft.com/office/drawing/2014/main" id="{1465E516-2CEF-4F9E-9375-7D41DCFCBB41}"/>
              </a:ext>
            </a:extLst>
          </p:cNvPr>
          <p:cNvSpPr>
            <a:spLocks noGrp="1"/>
          </p:cNvSpPr>
          <p:nvPr>
            <p:ph type="body" sz="quarter" idx="19" hasCustomPrompt="1"/>
          </p:nvPr>
        </p:nvSpPr>
        <p:spPr>
          <a:xfrm>
            <a:off x="3838385" y="4232951"/>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 xmlns:a16="http://schemas.microsoft.com/office/drawing/2014/main" id="{FE012CE3-36AA-4016-A88E-27BCFFEFD69F}"/>
              </a:ext>
            </a:extLst>
          </p:cNvPr>
          <p:cNvSpPr>
            <a:spLocks noGrp="1"/>
          </p:cNvSpPr>
          <p:nvPr>
            <p:ph type="body" sz="quarter" idx="22" hasCustomPrompt="1"/>
          </p:nvPr>
        </p:nvSpPr>
        <p:spPr>
          <a:xfrm>
            <a:off x="6662744"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 xmlns:a16="http://schemas.microsoft.com/office/drawing/2014/main" id="{8D5671AF-0137-4226-8A84-2784817E519C}"/>
              </a:ext>
            </a:extLst>
          </p:cNvPr>
          <p:cNvSpPr>
            <a:spLocks noGrp="1"/>
          </p:cNvSpPr>
          <p:nvPr>
            <p:ph type="body" sz="quarter" idx="21" hasCustomPrompt="1"/>
          </p:nvPr>
        </p:nvSpPr>
        <p:spPr>
          <a:xfrm>
            <a:off x="6661977" y="4232951"/>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 xmlns:a16="http://schemas.microsoft.com/office/drawing/2014/main" id="{565C0B22-B5E7-44BB-A17C-7FB5BB5D82BB}"/>
              </a:ext>
            </a:extLst>
          </p:cNvPr>
          <p:cNvSpPr>
            <a:spLocks noGrp="1"/>
          </p:cNvSpPr>
          <p:nvPr>
            <p:ph type="body" sz="quarter" idx="23" hasCustomPrompt="1"/>
          </p:nvPr>
        </p:nvSpPr>
        <p:spPr>
          <a:xfrm>
            <a:off x="9432346" y="4238814"/>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 xmlns:a16="http://schemas.microsoft.com/office/drawing/2014/main" id="{D8661572-1A59-4E3B-BA65-3329E9468C69}"/>
              </a:ext>
            </a:extLst>
          </p:cNvPr>
          <p:cNvSpPr>
            <a:spLocks noGrp="1"/>
          </p:cNvSpPr>
          <p:nvPr>
            <p:ph type="dt" sz="half" idx="10"/>
          </p:nvPr>
        </p:nvSpPr>
        <p:spPr/>
        <p:txBody>
          <a:bodyPr>
            <a:noAutofit/>
          </a:bodyPr>
          <a:lstStyle/>
          <a:p>
            <a:r>
              <a:rPr lang="en-US" dirty="0"/>
              <a:t>Tuesday, February 2, 20XX</a:t>
            </a:r>
          </a:p>
        </p:txBody>
      </p:sp>
      <p:sp>
        <p:nvSpPr>
          <p:cNvPr id="5" name="Footer Placeholder 4">
            <a:extLst>
              <a:ext uri="{FF2B5EF4-FFF2-40B4-BE49-F238E27FC236}">
                <a16:creationId xmlns="" xmlns:a16="http://schemas.microsoft.com/office/drawing/2014/main" id="{AFEF84F1-99FE-4F0B-9E76-F581C2C1B6D9}"/>
              </a:ext>
            </a:extLst>
          </p:cNvPr>
          <p:cNvSpPr>
            <a:spLocks noGrp="1"/>
          </p:cNvSpPr>
          <p:nvPr>
            <p:ph type="ftr" sz="quarter" idx="11"/>
          </p:nvPr>
        </p:nvSpPr>
        <p:spPr/>
        <p:txBody>
          <a:bodyPr>
            <a:noAutofit/>
          </a:bodyPr>
          <a:lstStyle/>
          <a:p>
            <a:r>
              <a:rPr lang="en-US" dirty="0"/>
              <a:t>Sample Footer Text</a:t>
            </a:r>
          </a:p>
        </p:txBody>
      </p:sp>
      <p:sp>
        <p:nvSpPr>
          <p:cNvPr id="6" name="Slide Number Placeholder 5">
            <a:extLst>
              <a:ext uri="{FF2B5EF4-FFF2-40B4-BE49-F238E27FC236}">
                <a16:creationId xmlns=""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3715776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 xmlns:a16="http://schemas.microsoft.com/office/drawing/2014/main" id="{79DE9FAB-6BBA-4CFE-B67D-77B47F01ECA4}"/>
              </a:ext>
              <a:ext uri="{C183D7F6-B498-43B3-948B-1728B52AA6E4}">
                <adec:decorative xmlns="" xmlns:adec="http://schemas.microsoft.com/office/drawing/2017/decorative" val="1"/>
              </a:ext>
            </a:extLst>
          </p:cNvPr>
          <p:cNvGrpSpPr/>
          <p:nvPr/>
        </p:nvGrpSpPr>
        <p:grpSpPr>
          <a:xfrm>
            <a:off x="137933" y="5260967"/>
            <a:ext cx="1980001" cy="1363916"/>
            <a:chOff x="4879602" y="3781429"/>
            <a:chExt cx="1980001" cy="1363916"/>
          </a:xfrm>
        </p:grpSpPr>
        <p:sp>
          <p:nvSpPr>
            <p:cNvPr id="35" name="Freeform: Shape 34">
              <a:extLst>
                <a:ext uri="{FF2B5EF4-FFF2-40B4-BE49-F238E27FC236}">
                  <a16:creationId xmlns=""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9" name="Freeform: Shape 18">
            <a:extLst>
              <a:ext uri="{FF2B5EF4-FFF2-40B4-BE49-F238E27FC236}">
                <a16:creationId xmlns="" xmlns:a16="http://schemas.microsoft.com/office/drawing/2014/main" id="{82184FF4-7029-4ED7-813A-192E60608764}"/>
              </a:ext>
              <a:ext uri="{C183D7F6-B498-43B3-948B-1728B52AA6E4}">
                <adec:decorative xmlns="" xmlns:adec="http://schemas.microsoft.com/office/drawing/2017/decorative" val="1"/>
              </a:ext>
            </a:extLst>
          </p:cNvPr>
          <p:cNvSpPr>
            <a:spLocks noChangeAspect="1"/>
          </p:cNvSpPr>
          <p:nvPr/>
        </p:nvSpPr>
        <p:spPr>
          <a:xfrm rot="2700000">
            <a:off x="10834944" y="171269"/>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Oval 19">
            <a:extLst>
              <a:ext uri="{FF2B5EF4-FFF2-40B4-BE49-F238E27FC236}">
                <a16:creationId xmlns="" xmlns:a16="http://schemas.microsoft.com/office/drawing/2014/main" id="{AAA7AB09-557C-41AD-9113-FF9F68FA1035}"/>
              </a:ext>
              <a:ext uri="{C183D7F6-B498-43B3-948B-1728B52AA6E4}">
                <adec:decorative xmlns=""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Oval 24">
            <a:extLst>
              <a:ext uri="{FF2B5EF4-FFF2-40B4-BE49-F238E27FC236}">
                <a16:creationId xmlns="" xmlns:a16="http://schemas.microsoft.com/office/drawing/2014/main" id="{EF99ECAA-1F11-4937-BBA6-51935AB44C9D}"/>
              </a:ext>
              <a:ext uri="{C183D7F6-B498-43B3-948B-1728B52AA6E4}">
                <adec:decorative xmlns="" xmlns:adec="http://schemas.microsoft.com/office/drawing/2017/decorative" val="1"/>
              </a:ext>
            </a:extLst>
          </p:cNvPr>
          <p:cNvSpPr>
            <a:spLocks noChangeAspect="1"/>
          </p:cNvSpPr>
          <p:nvPr/>
        </p:nvSpPr>
        <p:spPr>
          <a:xfrm>
            <a:off x="1800803"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itle 1">
            <a:extLst>
              <a:ext uri="{FF2B5EF4-FFF2-40B4-BE49-F238E27FC236}">
                <a16:creationId xmlns="" xmlns:a16="http://schemas.microsoft.com/office/drawing/2014/main" id="{EBCCE83C-72C8-4181-8D03-7CFB23A6FF2D}"/>
              </a:ext>
            </a:extLst>
          </p:cNvPr>
          <p:cNvSpPr>
            <a:spLocks noGrp="1"/>
          </p:cNvSpPr>
          <p:nvPr>
            <p:ph type="title"/>
          </p:nvPr>
        </p:nvSpPr>
        <p:spPr>
          <a:xfrm>
            <a:off x="550863"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dirty="0"/>
              <a:t>Click to edit Master title style</a:t>
            </a:r>
          </a:p>
        </p:txBody>
      </p:sp>
      <p:sp>
        <p:nvSpPr>
          <p:cNvPr id="16" name="Text Placeholder 2">
            <a:extLst>
              <a:ext uri="{FF2B5EF4-FFF2-40B4-BE49-F238E27FC236}">
                <a16:creationId xmlns=""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Content Placeholder 3">
            <a:extLst>
              <a:ext uri="{FF2B5EF4-FFF2-40B4-BE49-F238E27FC236}">
                <a16:creationId xmlns="" xmlns:a16="http://schemas.microsoft.com/office/drawing/2014/main" id="{8A9CB740-8581-4D62-8481-7ECBBEDA7219}"/>
              </a:ext>
            </a:extLst>
          </p:cNvPr>
          <p:cNvSpPr>
            <a:spLocks noGrp="1"/>
          </p:cNvSpPr>
          <p:nvPr>
            <p:ph sz="half" idx="2"/>
          </p:nvPr>
        </p:nvSpPr>
        <p:spPr>
          <a:xfrm>
            <a:off x="559476" y="2432305"/>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4">
            <a:extLst>
              <a:ext uri="{FF2B5EF4-FFF2-40B4-BE49-F238E27FC236}">
                <a16:creationId xmlns=""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3" name="Content Placeholder 5">
            <a:extLst>
              <a:ext uri="{FF2B5EF4-FFF2-40B4-BE49-F238E27FC236}">
                <a16:creationId xmlns="" xmlns:a16="http://schemas.microsoft.com/office/drawing/2014/main" id="{88CC7C67-1BA6-42A6-B9D3-8EDF70A3DB38}"/>
              </a:ext>
            </a:extLst>
          </p:cNvPr>
          <p:cNvSpPr>
            <a:spLocks noGrp="1"/>
          </p:cNvSpPr>
          <p:nvPr>
            <p:ph sz="quarter" idx="14"/>
          </p:nvPr>
        </p:nvSpPr>
        <p:spPr>
          <a:xfrm>
            <a:off x="4341573" y="2427372"/>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 xmlns:a16="http://schemas.microsoft.com/office/drawing/2014/main" id="{4534254A-2561-400F-87CB-18A8D3538124}"/>
              </a:ext>
            </a:extLst>
          </p:cNvPr>
          <p:cNvSpPr>
            <a:spLocks noGrp="1"/>
          </p:cNvSpPr>
          <p:nvPr>
            <p:ph sz="quarter" idx="4"/>
          </p:nvPr>
        </p:nvSpPr>
        <p:spPr>
          <a:xfrm>
            <a:off x="8139660" y="2427372"/>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8B1BC074-1090-47AF-BDE8-3859BF574BA6}"/>
              </a:ext>
            </a:extLst>
          </p:cNvPr>
          <p:cNvSpPr>
            <a:spLocks noGrp="1"/>
          </p:cNvSpPr>
          <p:nvPr>
            <p:ph type="dt" sz="half" idx="10"/>
          </p:nvPr>
        </p:nvSpPr>
        <p:spPr/>
        <p:txBody>
          <a:bodyPr>
            <a:noAutofit/>
          </a:bodyPr>
          <a:lstStyle/>
          <a:p>
            <a:r>
              <a:rPr lang="en-US" dirty="0"/>
              <a:t>Tuesday, February 2, 20XX</a:t>
            </a:r>
          </a:p>
        </p:txBody>
      </p:sp>
      <p:sp>
        <p:nvSpPr>
          <p:cNvPr id="5" name="Footer Placeholder 4">
            <a:extLst>
              <a:ext uri="{FF2B5EF4-FFF2-40B4-BE49-F238E27FC236}">
                <a16:creationId xmlns="" xmlns:a16="http://schemas.microsoft.com/office/drawing/2014/main" id="{F1D6522F-D41A-4734-8BD1-BD6E5A37D04C}"/>
              </a:ext>
            </a:extLst>
          </p:cNvPr>
          <p:cNvSpPr>
            <a:spLocks noGrp="1"/>
          </p:cNvSpPr>
          <p:nvPr>
            <p:ph type="ftr" sz="quarter" idx="11"/>
          </p:nvPr>
        </p:nvSpPr>
        <p:spPr/>
        <p:txBody>
          <a:bodyPr>
            <a:noAutofit/>
          </a:bodyPr>
          <a:lstStyle/>
          <a:p>
            <a:r>
              <a:rPr lang="en-US" dirty="0"/>
              <a:t>Sample Footer Text</a:t>
            </a:r>
          </a:p>
        </p:txBody>
      </p:sp>
      <p:sp>
        <p:nvSpPr>
          <p:cNvPr id="6" name="Slide Number Placeholder 5">
            <a:extLst>
              <a:ext uri="{FF2B5EF4-FFF2-40B4-BE49-F238E27FC236}">
                <a16:creationId xmlns=""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Tree>
    <p:extLst>
      <p:ext uri="{BB962C8B-B14F-4D97-AF65-F5344CB8AC3E}">
        <p14:creationId xmlns="" xmlns:p14="http://schemas.microsoft.com/office/powerpoint/2010/main" val="228520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Introduction">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A458B3A1-C77D-4AFC-B2C8-79520B53C452}"/>
              </a:ext>
            </a:extLst>
          </p:cNvPr>
          <p:cNvSpPr>
            <a:spLocks noGrp="1"/>
          </p:cNvSpPr>
          <p:nvPr>
            <p:ph type="title"/>
          </p:nvPr>
        </p:nvSpPr>
        <p:spPr>
          <a:xfrm>
            <a:off x="550863" y="4507202"/>
            <a:ext cx="4500563" cy="1562959"/>
          </a:xfrm>
        </p:spPr>
        <p:txBody>
          <a:bodyPr wrap="square" anchor="t" anchorCtr="0">
            <a:noAutofit/>
          </a:bodyPr>
          <a:lstStyle/>
          <a:p>
            <a:endParaRPr lang="en-US" dirty="0"/>
          </a:p>
        </p:txBody>
      </p:sp>
      <p:sp>
        <p:nvSpPr>
          <p:cNvPr id="12" name="Picture Placeholder 11">
            <a:extLst>
              <a:ext uri="{FF2B5EF4-FFF2-40B4-BE49-F238E27FC236}">
                <a16:creationId xmlns=""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endParaRPr lang="en-US" dirty="0"/>
          </a:p>
        </p:txBody>
      </p:sp>
      <p:sp>
        <p:nvSpPr>
          <p:cNvPr id="18" name="Picture Placeholder 11">
            <a:extLst>
              <a:ext uri="{FF2B5EF4-FFF2-40B4-BE49-F238E27FC236}">
                <a16:creationId xmlns=""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endParaRPr lang="en-US" dirty="0"/>
          </a:p>
        </p:txBody>
      </p:sp>
      <p:sp>
        <p:nvSpPr>
          <p:cNvPr id="19" name="Picture Placeholder 11">
            <a:extLst>
              <a:ext uri="{FF2B5EF4-FFF2-40B4-BE49-F238E27FC236}">
                <a16:creationId xmlns=""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endParaRPr lang="en-US" dirty="0"/>
          </a:p>
        </p:txBody>
      </p:sp>
      <p:sp>
        <p:nvSpPr>
          <p:cNvPr id="20" name="Picture Placeholder 11">
            <a:extLst>
              <a:ext uri="{FF2B5EF4-FFF2-40B4-BE49-F238E27FC236}">
                <a16:creationId xmlns=""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endParaRPr lang="en-US" dirty="0"/>
          </a:p>
        </p:txBody>
      </p:sp>
      <p:sp>
        <p:nvSpPr>
          <p:cNvPr id="2" name="Date Placeholder 1">
            <a:extLst>
              <a:ext uri="{FF2B5EF4-FFF2-40B4-BE49-F238E27FC236}">
                <a16:creationId xmlns="" xmlns:a16="http://schemas.microsoft.com/office/drawing/2014/main" id="{AB81B449-7B97-41DC-B23F-65EDCBD316A6}"/>
              </a:ext>
            </a:extLst>
          </p:cNvPr>
          <p:cNvSpPr>
            <a:spLocks noGrp="1"/>
          </p:cNvSpPr>
          <p:nvPr>
            <p:ph type="dt" sz="half" idx="10"/>
          </p:nvPr>
        </p:nvSpPr>
        <p:spPr/>
        <p:txBody>
          <a:bodyPr>
            <a:noAutofit/>
          </a:bodyPr>
          <a:lstStyle/>
          <a:p>
            <a:r>
              <a:rPr lang="en-US" dirty="0"/>
              <a:t>Tuesday, February 2, 20XX</a:t>
            </a:r>
          </a:p>
        </p:txBody>
      </p:sp>
      <p:sp>
        <p:nvSpPr>
          <p:cNvPr id="3" name="Footer Placeholder 2">
            <a:extLst>
              <a:ext uri="{FF2B5EF4-FFF2-40B4-BE49-F238E27FC236}">
                <a16:creationId xmlns="" xmlns:a16="http://schemas.microsoft.com/office/drawing/2014/main" id="{7C6B46D5-337B-4906-8412-4EEA3884FA7E}"/>
              </a:ext>
            </a:extLst>
          </p:cNvPr>
          <p:cNvSpPr>
            <a:spLocks noGrp="1"/>
          </p:cNvSpPr>
          <p:nvPr>
            <p:ph type="ftr" sz="quarter" idx="11"/>
          </p:nvPr>
        </p:nvSpPr>
        <p:spPr/>
        <p:txBody>
          <a:bodyPr>
            <a:noAutofit/>
          </a:bodyPr>
          <a:lstStyle/>
          <a:p>
            <a:r>
              <a:rPr lang="en-US" dirty="0"/>
              <a:t>Sample Footer Text</a:t>
            </a:r>
          </a:p>
        </p:txBody>
      </p:sp>
      <p:sp>
        <p:nvSpPr>
          <p:cNvPr id="4" name="Slide Number Placeholder 3">
            <a:extLst>
              <a:ext uri="{FF2B5EF4-FFF2-40B4-BE49-F238E27FC236}">
                <a16:creationId xmlns=""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pPr/>
              <a:t>‹#›</a:t>
            </a:fld>
            <a:endParaRPr lang="en-US" dirty="0"/>
          </a:p>
        </p:txBody>
      </p:sp>
      <p:sp>
        <p:nvSpPr>
          <p:cNvPr id="11" name="Content Placeholder 6">
            <a:extLst>
              <a:ext uri="{FF2B5EF4-FFF2-40B4-BE49-F238E27FC236}">
                <a16:creationId xmlns=""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dirty="0"/>
              <a:t>Click to edit Master text styles</a:t>
            </a:r>
          </a:p>
        </p:txBody>
      </p:sp>
    </p:spTree>
    <p:extLst>
      <p:ext uri="{BB962C8B-B14F-4D97-AF65-F5344CB8AC3E}">
        <p14:creationId xmlns="" xmlns:p14="http://schemas.microsoft.com/office/powerpoint/2010/main" val="257026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r>
              <a:rPr lang="en-US" dirty="0" smtClean="0"/>
              <a:t>Tuesday, February 2, 20XX</a:t>
            </a:r>
            <a:endParaRPr lang="en-US" dirty="0"/>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r>
              <a:rPr lang="en-US" dirty="0" smtClean="0"/>
              <a:t>Sample Footer Text</a:t>
            </a:r>
            <a:endParaRPr lang="en-US" dirty="0"/>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BA1B0FB-D917-4C8C-928F-313BD683BF39}" type="slidenum">
              <a:rPr lang="en-US" smtClean="0"/>
              <a:pPr/>
              <a:t>‹#›</a:t>
            </a:fld>
            <a:endParaRPr lang="en-US" dirty="0"/>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5" r:id="rId14"/>
    <p:sldLayoutId id="2147483846" r:id="rId15"/>
    <p:sldLayoutId id="2147483847" r:id="rId16"/>
    <p:sldLayoutId id="2147483848" r:id="rId17"/>
    <p:sldLayoutId id="2147483734" r:id="rId18"/>
    <p:sldLayoutId id="2147483707" r:id="rId19"/>
    <p:sldLayoutId id="2147483697" r:id="rId20"/>
    <p:sldLayoutId id="2147483849" r:id="rId21"/>
  </p:sldLayoutIdLst>
  <p:hf hdr="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file:///C:\Users\lenovo\Downloads\WhatsApp%20Image%202023-08-24%20at%2012.32.58%20AM.jpeg"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file:///C:\Users\lenovo\Desktop\self-introduction.jpg"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file:///C:\Users\lenovo\Desktop\495.jpg" TargetMode="Externa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file:///C:\Users\lenovo\Desktop\istockphoto-838527584-612x612.jpg"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file:///C:\Users\lenovo\Desktop\applications-of-cnc-machining-in-the-automotive-industry.jpg" TargetMode="Externa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file:///C:\Users\lenovo\Desktop\cnc-machining-uses-in-healthcare-sector.jpg" TargetMode="Externa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file:///C:\Users\lenovo\Desktop\lathe.jpg"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file:///C:\Users\lenovo\Desktop\nc.jp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file:///C:\Users\lenovo\Desktop\milling-machining-cutter-head-indexable-insert.jpg"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file:///C:\Users\lenovo\Desktop\download.jfif" TargetMode="Externa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file:///C:\Users\lenovo\Desktop\laser-cutting-machine-plasma%20(1).jpg" TargetMode="Externa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file:///C:\Users\lenovo\Desktop\laser-cutting-machine-plasma.jpg" TargetMode="Externa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file:///C:\Users\lenovo\Desktop\photo-1611117775350-ac3950990985.jfif" TargetMode="Externa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file:///C:\Users\lenovo\Desktop\The-configuration-of-a-five-axis-machine-tool-considered-in-this-paper.png" TargetMode="Externa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file:///C:\Users\lenovo\Desktop\PICKED.jpg" TargetMode="Externa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18479" y="1569028"/>
            <a:ext cx="5977053" cy="1967176"/>
          </a:xfrm>
        </p:spPr>
        <p:txBody>
          <a:bodyPr/>
          <a:lstStyle/>
          <a:p>
            <a:r>
              <a:rPr lang="en-GB" sz="2800" dirty="0" smtClean="0">
                <a:solidFill>
                  <a:schemeClr val="tx2">
                    <a:lumMod val="60000"/>
                    <a:lumOff val="40000"/>
                  </a:schemeClr>
                </a:solidFill>
              </a:rPr>
              <a:t>INDUSTRIAL TRAINIG PRESENTATION</a:t>
            </a:r>
            <a:br>
              <a:rPr lang="en-GB" sz="2800" dirty="0" smtClean="0">
                <a:solidFill>
                  <a:schemeClr val="tx2">
                    <a:lumMod val="60000"/>
                    <a:lumOff val="40000"/>
                  </a:schemeClr>
                </a:solidFill>
              </a:rPr>
            </a:br>
            <a:r>
              <a:rPr lang="en-GB" dirty="0" smtClean="0">
                <a:solidFill>
                  <a:schemeClr val="tx2">
                    <a:lumMod val="60000"/>
                    <a:lumOff val="40000"/>
                  </a:schemeClr>
                </a:solidFill>
              </a:rPr>
              <a:t/>
            </a:r>
            <a:br>
              <a:rPr lang="en-GB" dirty="0" smtClean="0">
                <a:solidFill>
                  <a:schemeClr val="tx2">
                    <a:lumMod val="60000"/>
                    <a:lumOff val="40000"/>
                  </a:schemeClr>
                </a:solidFill>
              </a:rPr>
            </a:br>
            <a:r>
              <a:rPr lang="en-GB" sz="4000" b="1" dirty="0" smtClean="0">
                <a:solidFill>
                  <a:schemeClr val="tx2">
                    <a:lumMod val="60000"/>
                    <a:lumOff val="40000"/>
                  </a:schemeClr>
                </a:solidFill>
              </a:rPr>
              <a:t>CNC MACHINE</a:t>
            </a:r>
            <a:endParaRPr lang="en-US" sz="4000" b="1" dirty="0">
              <a:solidFill>
                <a:schemeClr val="tx2">
                  <a:lumMod val="60000"/>
                  <a:lumOff val="40000"/>
                </a:schemeClr>
              </a:solidFill>
            </a:endParaRPr>
          </a:p>
        </p:txBody>
      </p:sp>
      <p:sp>
        <p:nvSpPr>
          <p:cNvPr id="4" name="Text Placeholder 3"/>
          <p:cNvSpPr>
            <a:spLocks noGrp="1"/>
          </p:cNvSpPr>
          <p:nvPr>
            <p:ph type="body" sz="quarter" idx="14"/>
          </p:nvPr>
        </p:nvSpPr>
        <p:spPr>
          <a:xfrm>
            <a:off x="494644" y="3702517"/>
            <a:ext cx="5683132" cy="2341444"/>
          </a:xfrm>
        </p:spPr>
        <p:txBody>
          <a:bodyPr/>
          <a:lstStyle/>
          <a:p>
            <a:r>
              <a:rPr lang="en-GB" sz="4000" b="1" u="sng" dirty="0" smtClean="0"/>
              <a:t>P</a:t>
            </a:r>
            <a:r>
              <a:rPr lang="en-GB" b="1" u="sng" dirty="0" smtClean="0"/>
              <a:t>RESENTED  </a:t>
            </a:r>
            <a:r>
              <a:rPr lang="en-GB" sz="4000" b="1" u="sng" dirty="0" smtClean="0"/>
              <a:t>B</a:t>
            </a:r>
            <a:r>
              <a:rPr lang="en-GB" b="1" u="sng" dirty="0" smtClean="0"/>
              <a:t>Y:-</a:t>
            </a:r>
          </a:p>
          <a:p>
            <a:pPr marL="457200" indent="-457200">
              <a:buAutoNum type="arabicParenR"/>
            </a:pPr>
            <a:r>
              <a:rPr lang="en-GB" dirty="0" smtClean="0"/>
              <a:t>Abhishek Ji from Feroze Gandhi Polytechnic, Raebareli.</a:t>
            </a:r>
          </a:p>
          <a:p>
            <a:pPr marL="457200" indent="-457200">
              <a:buAutoNum type="arabicParenR"/>
            </a:pPr>
            <a:r>
              <a:rPr lang="en-GB" dirty="0" smtClean="0"/>
              <a:t>Rudal Yadav From Government Polytechnic Kursi Road Fatepur, Barabanki.</a:t>
            </a:r>
          </a:p>
          <a:p>
            <a:pPr marL="457200" indent="-457200"/>
            <a:r>
              <a:rPr lang="en-GB" dirty="0" smtClean="0"/>
              <a:t>       (VTME-01)</a:t>
            </a:r>
            <a:endParaRPr lang="en-US" dirty="0"/>
          </a:p>
        </p:txBody>
      </p:sp>
      <p:pic>
        <p:nvPicPr>
          <p:cNvPr id="5" name="WhatsApp Image 2023-08-24 at 12.32.58 AM.jpeg" descr="C:\Users\lenovo\Downloads\WhatsApp Image 2023-08-24 at 12.32.58 AM.jpeg"/>
          <p:cNvPicPr>
            <a:picLocks noChangeAspect="1"/>
          </p:cNvPicPr>
          <p:nvPr/>
        </p:nvPicPr>
        <p:blipFill>
          <a:blip r:link="rId2"/>
          <a:stretch>
            <a:fillRect/>
          </a:stretch>
        </p:blipFill>
        <p:spPr>
          <a:xfrm>
            <a:off x="3127664" y="0"/>
            <a:ext cx="4769427" cy="152746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6E938C-9D94-4B05-979A-D39FFC457291}"/>
              </a:ext>
            </a:extLst>
          </p:cNvPr>
          <p:cNvSpPr>
            <a:spLocks noGrp="1"/>
          </p:cNvSpPr>
          <p:nvPr>
            <p:ph type="ctrTitle"/>
          </p:nvPr>
        </p:nvSpPr>
        <p:spPr>
          <a:xfrm>
            <a:off x="197427" y="234495"/>
            <a:ext cx="11772900" cy="773424"/>
          </a:xfrm>
        </p:spPr>
        <p:txBody>
          <a:bodyPr anchor="b" anchorCtr="0">
            <a:normAutofit/>
          </a:bodyPr>
          <a:lstStyle/>
          <a:p>
            <a:r>
              <a:rPr lang="en-GB" sz="4000" dirty="0" smtClean="0">
                <a:latin typeface="Arial Rounded MT Bold" pitchFamily="34" charset="0"/>
              </a:rPr>
              <a:t>Introduction</a:t>
            </a:r>
            <a:endParaRPr lang="en-US" sz="4000" dirty="0">
              <a:latin typeface="Arial Rounded MT Bold" pitchFamily="34" charset="0"/>
            </a:endParaRPr>
          </a:p>
        </p:txBody>
      </p:sp>
      <p:sp>
        <p:nvSpPr>
          <p:cNvPr id="3" name="Subtitle 2">
            <a:extLst>
              <a:ext uri="{FF2B5EF4-FFF2-40B4-BE49-F238E27FC236}">
                <a16:creationId xmlns="" xmlns:a16="http://schemas.microsoft.com/office/drawing/2014/main" id="{D9A11267-FC52-4990-8D98-010AFABA5544}"/>
              </a:ext>
            </a:extLst>
          </p:cNvPr>
          <p:cNvSpPr>
            <a:spLocks noGrp="1"/>
          </p:cNvSpPr>
          <p:nvPr>
            <p:ph type="body" sz="quarter" idx="14"/>
          </p:nvPr>
        </p:nvSpPr>
        <p:spPr>
          <a:xfrm>
            <a:off x="293881" y="1413496"/>
            <a:ext cx="4638675" cy="3584575"/>
          </a:xfrm>
        </p:spPr>
        <p:txBody>
          <a:bodyPr>
            <a:normAutofit/>
          </a:bodyPr>
          <a:lstStyle/>
          <a:p>
            <a:pPr>
              <a:buFont typeface="Wingdings" pitchFamily="2" charset="2"/>
              <a:buChar char="Ø"/>
            </a:pPr>
            <a:r>
              <a:rPr lang="en-GB" dirty="0" smtClean="0"/>
              <a:t>My self Abhishek Ji, and I am from Feroze Gandhi Polytechnic, Raebareli.</a:t>
            </a:r>
          </a:p>
          <a:p>
            <a:pPr>
              <a:buFont typeface="Wingdings" pitchFamily="2" charset="2"/>
              <a:buChar char="Ø"/>
            </a:pPr>
            <a:r>
              <a:rPr lang="en-GB" dirty="0" smtClean="0"/>
              <a:t>My presentation Partner Rudal Yadav from Government Polytechnic Kursi, Barabanki.</a:t>
            </a:r>
          </a:p>
        </p:txBody>
      </p:sp>
      <p:pic>
        <p:nvPicPr>
          <p:cNvPr id="4" name="self-introduction.jpg" descr="C:\Users\lenovo\Desktop\self-introduction.jpg"/>
          <p:cNvPicPr>
            <a:picLocks noChangeAspect="1"/>
          </p:cNvPicPr>
          <p:nvPr/>
        </p:nvPicPr>
        <p:blipFill>
          <a:blip r:link="rId3"/>
          <a:stretch>
            <a:fillRect/>
          </a:stretch>
        </p:blipFill>
        <p:spPr>
          <a:xfrm>
            <a:off x="5579919" y="1540740"/>
            <a:ext cx="6192981" cy="3509241"/>
          </a:xfrm>
          <a:prstGeom prst="rect">
            <a:avLst/>
          </a:prstGeom>
        </p:spPr>
      </p:pic>
      <p:pic>
        <p:nvPicPr>
          <p:cNvPr id="5" name="self-introduction.jpg" descr="C:\Users\lenovo\Desktop\self-introduction.jpg"/>
          <p:cNvPicPr>
            <a:picLocks noChangeAspect="1"/>
          </p:cNvPicPr>
          <p:nvPr/>
        </p:nvPicPr>
        <p:blipFill>
          <a:blip r:link="rId3"/>
          <a:stretch>
            <a:fillRect/>
          </a:stretch>
        </p:blipFill>
        <p:spPr>
          <a:xfrm>
            <a:off x="5590309" y="1506682"/>
            <a:ext cx="6213764" cy="3522519"/>
          </a:xfrm>
          <a:prstGeom prst="rect">
            <a:avLst/>
          </a:prstGeom>
        </p:spPr>
      </p:pic>
    </p:spTree>
    <p:extLst>
      <p:ext uri="{BB962C8B-B14F-4D97-AF65-F5344CB8AC3E}">
        <p14:creationId xmlns="" xmlns:p14="http://schemas.microsoft.com/office/powerpoint/2010/main" val="752814286"/>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209" y="1"/>
            <a:ext cx="11741727" cy="1007918"/>
          </a:xfrm>
        </p:spPr>
        <p:txBody>
          <a:bodyPr/>
          <a:lstStyle/>
          <a:p>
            <a:r>
              <a:rPr lang="en-GB" sz="3600" dirty="0" smtClean="0">
                <a:solidFill>
                  <a:schemeClr val="bg2">
                    <a:lumMod val="75000"/>
                  </a:schemeClr>
                </a:solidFill>
                <a:latin typeface="Arial Rounded MT Bold" pitchFamily="34" charset="0"/>
              </a:rPr>
              <a:t/>
            </a:r>
            <a:br>
              <a:rPr lang="en-GB" sz="3600" dirty="0" smtClean="0">
                <a:solidFill>
                  <a:schemeClr val="bg2">
                    <a:lumMod val="75000"/>
                  </a:schemeClr>
                </a:solidFill>
                <a:latin typeface="Arial Rounded MT Bold" pitchFamily="34" charset="0"/>
              </a:rPr>
            </a:br>
            <a:r>
              <a:rPr lang="en-GB" sz="3600" dirty="0" smtClean="0">
                <a:solidFill>
                  <a:schemeClr val="bg2">
                    <a:lumMod val="75000"/>
                  </a:schemeClr>
                </a:solidFill>
                <a:latin typeface="Arial Rounded MT Bold" pitchFamily="34" charset="0"/>
              </a:rPr>
              <a:t>  Mechanical Engineering</a:t>
            </a:r>
            <a:endParaRPr lang="en-US" dirty="0">
              <a:solidFill>
                <a:schemeClr val="bg2">
                  <a:lumMod val="75000"/>
                </a:schemeClr>
              </a:solidFill>
            </a:endParaRPr>
          </a:p>
        </p:txBody>
      </p:sp>
      <p:sp>
        <p:nvSpPr>
          <p:cNvPr id="3" name="Subtitle 2"/>
          <p:cNvSpPr>
            <a:spLocks noGrp="1"/>
          </p:cNvSpPr>
          <p:nvPr>
            <p:ph type="subTitle" idx="1"/>
          </p:nvPr>
        </p:nvSpPr>
        <p:spPr>
          <a:xfrm>
            <a:off x="495108" y="1742332"/>
            <a:ext cx="10098551" cy="2265216"/>
          </a:xfrm>
        </p:spPr>
        <p:txBody>
          <a:bodyPr/>
          <a:lstStyle/>
          <a:p>
            <a:pPr>
              <a:buFont typeface="Wingdings" pitchFamily="2" charset="2"/>
              <a:buChar char="q"/>
            </a:pPr>
            <a:r>
              <a:rPr lang="en-GB" dirty="0" smtClean="0"/>
              <a:t>Mechanical engineering is the study of physical machines that may involve force and movement. It is an engineering branch that combines engineering physical and mathematics principals with materials science, to design , analyze, manufacture, and maintain mechanical systems.</a:t>
            </a:r>
            <a:endParaRPr lang="en-US" dirty="0" smtClean="0"/>
          </a:p>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3</a:t>
            </a:fld>
            <a:endParaRPr lang="en-US" dirty="0"/>
          </a:p>
        </p:txBody>
      </p:sp>
    </p:spTree>
  </p:cSld>
  <p:clrMapOvr>
    <a:masterClrMapping/>
  </p:clrMapOvr>
  <p:transition>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 xmlns:a16="http://schemas.microsoft.com/office/drawing/2014/main" id="{C15EE852-24F1-4643-8082-AB45CFF2BA10}"/>
              </a:ext>
            </a:extLst>
          </p:cNvPr>
          <p:cNvSpPr>
            <a:spLocks noGrp="1"/>
          </p:cNvSpPr>
          <p:nvPr>
            <p:ph type="title"/>
          </p:nvPr>
        </p:nvSpPr>
        <p:spPr>
          <a:xfrm>
            <a:off x="550863" y="549278"/>
            <a:ext cx="9953586" cy="376274"/>
          </a:xfrm>
        </p:spPr>
        <p:txBody>
          <a:bodyPr>
            <a:normAutofit fontScale="90000"/>
          </a:bodyPr>
          <a:lstStyle/>
          <a:p>
            <a:r>
              <a:rPr lang="en-GB" sz="3600" dirty="0" smtClean="0">
                <a:latin typeface="Arial Rounded MT Bold" pitchFamily="34" charset="0"/>
              </a:rPr>
              <a:t>What does Mechanical Engineer do?</a:t>
            </a:r>
            <a:endParaRPr lang="en-US" sz="3600" dirty="0">
              <a:latin typeface="Arial Rounded MT Bold" pitchFamily="34" charset="0"/>
            </a:endParaRPr>
          </a:p>
        </p:txBody>
      </p:sp>
      <p:sp>
        <p:nvSpPr>
          <p:cNvPr id="15" name="Content Placeholder 14">
            <a:extLst>
              <a:ext uri="{FF2B5EF4-FFF2-40B4-BE49-F238E27FC236}">
                <a16:creationId xmlns="" xmlns:a16="http://schemas.microsoft.com/office/drawing/2014/main" id="{4139825C-53C7-44F4-A064-9795CECD081B}"/>
              </a:ext>
            </a:extLst>
          </p:cNvPr>
          <p:cNvSpPr>
            <a:spLocks noGrp="1"/>
          </p:cNvSpPr>
          <p:nvPr>
            <p:ph sz="quarter" idx="15"/>
          </p:nvPr>
        </p:nvSpPr>
        <p:spPr>
          <a:xfrm>
            <a:off x="322263" y="2078040"/>
            <a:ext cx="5154612" cy="3265487"/>
          </a:xfrm>
        </p:spPr>
        <p:txBody>
          <a:bodyPr/>
          <a:lstStyle/>
          <a:p>
            <a:pPr>
              <a:buFont typeface="Wingdings" pitchFamily="2" charset="2"/>
              <a:buChar char="q"/>
            </a:pPr>
            <a:r>
              <a:rPr lang="en-GB" dirty="0" smtClean="0"/>
              <a:t>Mechanical engineers design power-producing machines, internal combustion engines, and steam and gas turbines, as well as power-using machines, such as refrigeration and air-conditions system.</a:t>
            </a:r>
            <a:endParaRPr lang="en-US" dirty="0"/>
          </a:p>
          <a:p>
            <a:endParaRPr lang="en-US" dirty="0"/>
          </a:p>
        </p:txBody>
      </p:sp>
      <p:sp>
        <p:nvSpPr>
          <p:cNvPr id="20" name="Footer Placeholder 19">
            <a:extLst>
              <a:ext uri="{FF2B5EF4-FFF2-40B4-BE49-F238E27FC236}">
                <a16:creationId xmlns="" xmlns:a16="http://schemas.microsoft.com/office/drawing/2014/main" id="{C77C6228-C5A8-44DC-ABD7-A22A4475D3DF}"/>
              </a:ext>
            </a:extLst>
          </p:cNvPr>
          <p:cNvSpPr>
            <a:spLocks noGrp="1"/>
          </p:cNvSpPr>
          <p:nvPr>
            <p:ph type="ftr" sz="quarter" idx="11"/>
          </p:nvPr>
        </p:nvSpPr>
        <p:spPr/>
        <p:txBody>
          <a:bodyPr/>
          <a:lstStyle/>
          <a:p>
            <a:r>
              <a:rPr lang="en-US" dirty="0"/>
              <a:t>Sample Footer Text</a:t>
            </a:r>
          </a:p>
        </p:txBody>
      </p:sp>
      <p:sp>
        <p:nvSpPr>
          <p:cNvPr id="21" name="Slide Number Placeholder 20">
            <a:extLst>
              <a:ext uri="{FF2B5EF4-FFF2-40B4-BE49-F238E27FC236}">
                <a16:creationId xmlns="" xmlns:a16="http://schemas.microsoft.com/office/drawing/2014/main" id="{1C563B34-DD53-4FB1-B8C2-8914E01C6365}"/>
              </a:ext>
            </a:extLst>
          </p:cNvPr>
          <p:cNvSpPr>
            <a:spLocks noGrp="1"/>
          </p:cNvSpPr>
          <p:nvPr>
            <p:ph type="sldNum" sz="quarter" idx="12"/>
          </p:nvPr>
        </p:nvSpPr>
        <p:spPr/>
        <p:txBody>
          <a:bodyPr/>
          <a:lstStyle/>
          <a:p>
            <a:fld id="{DBA1B0FB-D917-4C8C-928F-313BD683BF39}" type="slidenum">
              <a:rPr lang="en-US" smtClean="0"/>
              <a:pPr/>
              <a:t>4</a:t>
            </a:fld>
            <a:endParaRPr lang="en-US" dirty="0"/>
          </a:p>
        </p:txBody>
      </p:sp>
      <p:pic>
        <p:nvPicPr>
          <p:cNvPr id="6" name="495.jpg" descr="C:\Users\lenovo\Desktop\495.jpg"/>
          <p:cNvPicPr>
            <a:picLocks noChangeAspect="1"/>
          </p:cNvPicPr>
          <p:nvPr/>
        </p:nvPicPr>
        <p:blipFill>
          <a:blip r:link="rId2"/>
          <a:stretch>
            <a:fillRect/>
          </a:stretch>
        </p:blipFill>
        <p:spPr>
          <a:xfrm>
            <a:off x="6005946" y="1797629"/>
            <a:ext cx="5808518" cy="3190008"/>
          </a:xfrm>
          <a:prstGeom prst="rect">
            <a:avLst/>
          </a:prstGeom>
        </p:spPr>
      </p:pic>
      <p:pic>
        <p:nvPicPr>
          <p:cNvPr id="7" name="495.jpg" descr="C:\Users\lenovo\Desktop\495.jpg"/>
          <p:cNvPicPr>
            <a:picLocks noChangeAspect="1"/>
          </p:cNvPicPr>
          <p:nvPr/>
        </p:nvPicPr>
        <p:blipFill>
          <a:blip r:link="rId2"/>
          <a:stretch>
            <a:fillRect/>
          </a:stretch>
        </p:blipFill>
        <p:spPr>
          <a:xfrm>
            <a:off x="5912426" y="1766455"/>
            <a:ext cx="6010563" cy="3231572"/>
          </a:xfrm>
          <a:prstGeom prst="rect">
            <a:avLst/>
          </a:prstGeom>
        </p:spPr>
      </p:pic>
    </p:spTree>
    <p:extLst>
      <p:ext uri="{BB962C8B-B14F-4D97-AF65-F5344CB8AC3E}">
        <p14:creationId xmlns="" xmlns:p14="http://schemas.microsoft.com/office/powerpoint/2010/main" val="395518310"/>
      </p:ext>
    </p:extLst>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46426E-F6F6-4A7C-9181-8C3090996261}"/>
              </a:ext>
            </a:extLst>
          </p:cNvPr>
          <p:cNvSpPr>
            <a:spLocks noGrp="1"/>
          </p:cNvSpPr>
          <p:nvPr>
            <p:ph type="title"/>
          </p:nvPr>
        </p:nvSpPr>
        <p:spPr>
          <a:xfrm>
            <a:off x="4152709" y="270496"/>
            <a:ext cx="3565524" cy="622300"/>
          </a:xfrm>
        </p:spPr>
        <p:txBody>
          <a:bodyPr/>
          <a:lstStyle/>
          <a:p>
            <a:r>
              <a:rPr lang="en-GB" dirty="0" smtClean="0">
                <a:latin typeface="Arial Rounded MT Bold" pitchFamily="34" charset="0"/>
              </a:rPr>
              <a:t>Topics</a:t>
            </a:r>
            <a:endParaRPr lang="en-US" dirty="0">
              <a:latin typeface="Arial Rounded MT Bold" pitchFamily="34" charset="0"/>
            </a:endParaRPr>
          </a:p>
        </p:txBody>
      </p:sp>
      <p:sp>
        <p:nvSpPr>
          <p:cNvPr id="3" name="Content Placeholder 2">
            <a:extLst>
              <a:ext uri="{FF2B5EF4-FFF2-40B4-BE49-F238E27FC236}">
                <a16:creationId xmlns="" xmlns:a16="http://schemas.microsoft.com/office/drawing/2014/main" id="{D3B60D6F-4D0F-4D33-B2A7-159C8583FF00}"/>
              </a:ext>
            </a:extLst>
          </p:cNvPr>
          <p:cNvSpPr>
            <a:spLocks noGrp="1"/>
          </p:cNvSpPr>
          <p:nvPr>
            <p:ph idx="1"/>
          </p:nvPr>
        </p:nvSpPr>
        <p:spPr>
          <a:xfrm>
            <a:off x="379414" y="1312910"/>
            <a:ext cx="7248020" cy="5121344"/>
          </a:xfrm>
        </p:spPr>
        <p:txBody>
          <a:bodyPr/>
          <a:lstStyle/>
          <a:p>
            <a:endParaRPr lang="en-US" dirty="0" smtClean="0"/>
          </a:p>
          <a:p>
            <a:pPr>
              <a:buFont typeface="Wingdings" pitchFamily="2" charset="2"/>
              <a:buChar char="v"/>
            </a:pPr>
            <a:r>
              <a:rPr lang="en-GB" dirty="0" smtClean="0"/>
              <a:t>Introduction of CNC machine</a:t>
            </a:r>
            <a:endParaRPr lang="en-US" dirty="0"/>
          </a:p>
          <a:p>
            <a:pPr>
              <a:buFont typeface="Wingdings" pitchFamily="2" charset="2"/>
              <a:buChar char="v"/>
            </a:pPr>
            <a:r>
              <a:rPr lang="en-GB" dirty="0" smtClean="0"/>
              <a:t>History of CNC Machine.</a:t>
            </a:r>
          </a:p>
          <a:p>
            <a:pPr>
              <a:buFont typeface="Wingdings" pitchFamily="2" charset="2"/>
              <a:buChar char="v"/>
            </a:pPr>
            <a:r>
              <a:rPr lang="en-GB" dirty="0" smtClean="0"/>
              <a:t>Compression between lathe machine and CNC Machine.</a:t>
            </a:r>
          </a:p>
          <a:p>
            <a:pPr>
              <a:buFont typeface="Wingdings" pitchFamily="2" charset="2"/>
              <a:buChar char="v"/>
            </a:pPr>
            <a:r>
              <a:rPr lang="en-GB" dirty="0" smtClean="0"/>
              <a:t>Parts of CNC Machine.</a:t>
            </a:r>
          </a:p>
          <a:p>
            <a:pPr>
              <a:buFont typeface="Wingdings" pitchFamily="2" charset="2"/>
              <a:buChar char="v"/>
            </a:pPr>
            <a:r>
              <a:rPr lang="en-GB" dirty="0" smtClean="0"/>
              <a:t>Types of CNC Machine.</a:t>
            </a:r>
            <a:endParaRPr lang="en-US" dirty="0"/>
          </a:p>
        </p:txBody>
      </p:sp>
      <p:sp>
        <p:nvSpPr>
          <p:cNvPr id="14" name="Footer Placeholder 13">
            <a:extLst>
              <a:ext uri="{FF2B5EF4-FFF2-40B4-BE49-F238E27FC236}">
                <a16:creationId xmlns="" xmlns:a16="http://schemas.microsoft.com/office/drawing/2014/main" id="{B01DF4D0-78BC-4C8C-9570-26F0B225433A}"/>
              </a:ext>
            </a:extLst>
          </p:cNvPr>
          <p:cNvSpPr>
            <a:spLocks noGrp="1"/>
          </p:cNvSpPr>
          <p:nvPr>
            <p:ph type="ftr" sz="quarter" idx="11"/>
          </p:nvPr>
        </p:nvSpPr>
        <p:spPr/>
        <p:txBody>
          <a:bodyPr/>
          <a:lstStyle/>
          <a:p>
            <a:r>
              <a:rPr lang="en-US" dirty="0"/>
              <a:t>Sample Footer Text</a:t>
            </a:r>
          </a:p>
        </p:txBody>
      </p:sp>
      <p:sp>
        <p:nvSpPr>
          <p:cNvPr id="15" name="Slide Number Placeholder 14">
            <a:extLst>
              <a:ext uri="{FF2B5EF4-FFF2-40B4-BE49-F238E27FC236}">
                <a16:creationId xmlns="" xmlns:a16="http://schemas.microsoft.com/office/drawing/2014/main" id="{3B199C97-F175-437D-8311-DB662925C063}"/>
              </a:ext>
            </a:extLst>
          </p:cNvPr>
          <p:cNvSpPr>
            <a:spLocks noGrp="1"/>
          </p:cNvSpPr>
          <p:nvPr>
            <p:ph type="sldNum" sz="quarter" idx="12"/>
          </p:nvPr>
        </p:nvSpPr>
        <p:spPr/>
        <p:txBody>
          <a:bodyPr/>
          <a:lstStyle/>
          <a:p>
            <a:fld id="{DBA1B0FB-D917-4C8C-928F-313BD683BF39}" type="slidenum">
              <a:rPr lang="en-US" smtClean="0"/>
              <a:pPr/>
              <a:t>5</a:t>
            </a:fld>
            <a:endParaRPr lang="en-US" dirty="0"/>
          </a:p>
        </p:txBody>
      </p:sp>
    </p:spTree>
    <p:extLst>
      <p:ext uri="{BB962C8B-B14F-4D97-AF65-F5344CB8AC3E}">
        <p14:creationId xmlns="" xmlns:p14="http://schemas.microsoft.com/office/powerpoint/2010/main" val="2313234867"/>
      </p:ext>
    </p:extLst>
  </p:cSld>
  <p:clrMapOvr>
    <a:masterClrMapping/>
  </p:clrMapOvr>
  <p:transition>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 xmlns:a16="http://schemas.microsoft.com/office/drawing/2014/main" id="{23418ADF-358F-4647-A511-FCFFEDA83429}"/>
              </a:ext>
            </a:extLst>
          </p:cNvPr>
          <p:cNvSpPr>
            <a:spLocks noGrp="1"/>
          </p:cNvSpPr>
          <p:nvPr>
            <p:ph type="title"/>
          </p:nvPr>
        </p:nvSpPr>
        <p:spPr>
          <a:xfrm>
            <a:off x="1468664" y="301083"/>
            <a:ext cx="9794068" cy="1371457"/>
          </a:xfrm>
        </p:spPr>
        <p:txBody>
          <a:bodyPr/>
          <a:lstStyle/>
          <a:p>
            <a:r>
              <a:rPr lang="en-US" sz="4000" dirty="0" smtClean="0">
                <a:latin typeface="Arial Rounded MT Bold" pitchFamily="34" charset="0"/>
              </a:rPr>
              <a:t>Introduction Of CNC Machine</a:t>
            </a:r>
            <a:endParaRPr lang="en-US" sz="4000" dirty="0">
              <a:latin typeface="Arial Rounded MT Bold" pitchFamily="34" charset="0"/>
            </a:endParaRPr>
          </a:p>
        </p:txBody>
      </p:sp>
      <p:sp>
        <p:nvSpPr>
          <p:cNvPr id="5" name="Footer Placeholder 4">
            <a:extLst>
              <a:ext uri="{FF2B5EF4-FFF2-40B4-BE49-F238E27FC236}">
                <a16:creationId xmlns="" xmlns:a16="http://schemas.microsoft.com/office/drawing/2014/main" id="{06A3302E-502D-4151-81C9-5FD6AF9596D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9ED907F8-C614-4D59-A03F-BF9CD5E35703}"/>
              </a:ext>
            </a:extLst>
          </p:cNvPr>
          <p:cNvSpPr>
            <a:spLocks noGrp="1"/>
          </p:cNvSpPr>
          <p:nvPr>
            <p:ph type="sldNum" sz="quarter" idx="12"/>
          </p:nvPr>
        </p:nvSpPr>
        <p:spPr>
          <a:xfrm>
            <a:off x="5802351" y="1051326"/>
            <a:ext cx="609600" cy="441325"/>
          </a:xfrm>
        </p:spPr>
        <p:txBody>
          <a:bodyPr/>
          <a:lstStyle/>
          <a:p>
            <a:fld id="{DBA1B0FB-D917-4C8C-928F-313BD683BF39}" type="slidenum">
              <a:rPr lang="en-US" smtClean="0"/>
              <a:pPr/>
              <a:t>6</a:t>
            </a:fld>
            <a:endParaRPr lang="en-US" dirty="0"/>
          </a:p>
        </p:txBody>
      </p:sp>
      <p:sp>
        <p:nvSpPr>
          <p:cNvPr id="12" name="Content Placeholder 11">
            <a:extLst>
              <a:ext uri="{FF2B5EF4-FFF2-40B4-BE49-F238E27FC236}">
                <a16:creationId xmlns="" xmlns:a16="http://schemas.microsoft.com/office/drawing/2014/main" id="{E5127060-CDBF-435F-9009-A5451CCE305D}"/>
              </a:ext>
            </a:extLst>
          </p:cNvPr>
          <p:cNvSpPr>
            <a:spLocks noGrp="1"/>
          </p:cNvSpPr>
          <p:nvPr>
            <p:ph sz="quarter" idx="15"/>
          </p:nvPr>
        </p:nvSpPr>
        <p:spPr>
          <a:xfrm>
            <a:off x="624469" y="1784196"/>
            <a:ext cx="8636099" cy="3776472"/>
          </a:xfrm>
          <a:noFill/>
        </p:spPr>
        <p:txBody>
          <a:bodyPr>
            <a:normAutofit/>
          </a:bodyPr>
          <a:lstStyle/>
          <a:p>
            <a:pPr>
              <a:buFont typeface="Wingdings" pitchFamily="2" charset="2"/>
              <a:buChar char="q"/>
            </a:pPr>
            <a:r>
              <a:rPr lang="en-US" dirty="0" smtClean="0"/>
              <a:t> Computer numeric control(CNC) is a manufacturing method that automates the control, movement and precision of machine tools through the use of preprogrammed computer software, which is embedded inside the tools.</a:t>
            </a:r>
            <a:endParaRPr lang="en-US" dirty="0"/>
          </a:p>
        </p:txBody>
      </p:sp>
    </p:spTree>
    <p:extLst>
      <p:ext uri="{BB962C8B-B14F-4D97-AF65-F5344CB8AC3E}">
        <p14:creationId xmlns="" xmlns:p14="http://schemas.microsoft.com/office/powerpoint/2010/main" val="2158886557"/>
      </p:ext>
    </p:extLst>
  </p:cSld>
  <p:clrMapOvr>
    <a:masterClrMapping/>
  </p:clrMapOvr>
  <p:transition>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13841" y="225889"/>
            <a:ext cx="5926137" cy="812800"/>
          </a:xfrm>
        </p:spPr>
        <p:txBody>
          <a:bodyPr/>
          <a:lstStyle/>
          <a:p>
            <a:r>
              <a:rPr lang="en-GB" sz="3200" dirty="0" smtClean="0">
                <a:latin typeface="Arial Rounded MT Bold" pitchFamily="34" charset="0"/>
              </a:rPr>
              <a:t>History of CNC Machines</a:t>
            </a:r>
            <a:endParaRPr lang="en-US" sz="3200" dirty="0">
              <a:latin typeface="Arial Rounded MT Bold" pitchFamily="34" charset="0"/>
            </a:endParaRPr>
          </a:p>
        </p:txBody>
      </p:sp>
      <p:sp>
        <p:nvSpPr>
          <p:cNvPr id="3" name="Subtitle 2"/>
          <p:cNvSpPr>
            <a:spLocks noGrp="1"/>
          </p:cNvSpPr>
          <p:nvPr>
            <p:ph type="subTitle" idx="1"/>
          </p:nvPr>
        </p:nvSpPr>
        <p:spPr>
          <a:xfrm>
            <a:off x="367798" y="1847805"/>
            <a:ext cx="5437187" cy="2544615"/>
          </a:xfrm>
        </p:spPr>
        <p:txBody>
          <a:bodyPr/>
          <a:lstStyle/>
          <a:p>
            <a:pPr>
              <a:buFont typeface="Wingdings" pitchFamily="2" charset="2"/>
              <a:buChar char="q"/>
            </a:pPr>
            <a:r>
              <a:rPr lang="en-GB" dirty="0" smtClean="0"/>
              <a:t>The first CNC machine was developed in1952 by a team of researchers working at MIT(Massachusetts Institute) of Technology. This advancement followed the development of the first NC ( Numerical Control) machine in 1949.</a:t>
            </a:r>
            <a:endParaRPr lang="en-US" dirty="0"/>
          </a:p>
        </p:txBody>
      </p:sp>
      <p:pic>
        <p:nvPicPr>
          <p:cNvPr id="13" name="istockphoto-838527584-612x612.jpg" descr="C:\Users\lenovo\Desktop\istockphoto-838527584-612x612.jpg"/>
          <p:cNvPicPr>
            <a:picLocks noGrp="1" noChangeAspect="1"/>
          </p:cNvPicPr>
          <p:nvPr>
            <p:ph type="pic" sz="quarter" idx="15"/>
          </p:nvPr>
        </p:nvPicPr>
        <p:blipFill>
          <a:blip r:link="rId2"/>
          <a:srcRect l="391" r="391"/>
          <a:stretch>
            <a:fillRect/>
          </a:stretch>
        </p:blipFill>
        <p:spPr>
          <a:xfrm>
            <a:off x="6623156" y="1853332"/>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7</a:t>
            </a:fld>
            <a:endParaRPr lang="en-US" dirty="0"/>
          </a:p>
        </p:txBody>
      </p:sp>
    </p:spTree>
  </p:cSld>
  <p:clrMapOvr>
    <a:masterClrMapping/>
  </p:clrMapOvr>
  <p:transition>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9" y="0"/>
            <a:ext cx="11741726" cy="1039091"/>
          </a:xfrm>
        </p:spPr>
        <p:txBody>
          <a:bodyPr/>
          <a:lstStyle/>
          <a:p>
            <a:r>
              <a:rPr lang="en-GB" dirty="0" smtClean="0">
                <a:latin typeface="Arial Rounded MT Bold" pitchFamily="34" charset="0"/>
              </a:rPr>
              <a:t>Application of CNC Machine</a:t>
            </a:r>
            <a:endParaRPr lang="en-US" dirty="0">
              <a:latin typeface="Arial Rounded MT Bold" pitchFamily="34" charset="0"/>
            </a:endParaRPr>
          </a:p>
        </p:txBody>
      </p:sp>
      <p:sp>
        <p:nvSpPr>
          <p:cNvPr id="3" name="Subtitle 2"/>
          <p:cNvSpPr>
            <a:spLocks noGrp="1"/>
          </p:cNvSpPr>
          <p:nvPr>
            <p:ph type="subTitle" idx="1"/>
          </p:nvPr>
        </p:nvSpPr>
        <p:spPr>
          <a:xfrm>
            <a:off x="291092" y="1562392"/>
            <a:ext cx="6255181" cy="2265216"/>
          </a:xfrm>
        </p:spPr>
        <p:txBody>
          <a:bodyPr/>
          <a:lstStyle/>
          <a:p>
            <a:pPr>
              <a:buFont typeface="Wingdings" pitchFamily="2" charset="2"/>
              <a:buChar char="q"/>
            </a:pPr>
            <a:r>
              <a:rPr lang="en-GB" dirty="0" smtClean="0"/>
              <a:t>CNC machining is widely used in the defense industry for producing high-precision components for aerospace systems, weapon systems, armor, vehicle components, and communication and electronics equipment.</a:t>
            </a:r>
          </a:p>
          <a:p>
            <a:endParaRPr lang="en-GB" dirty="0" smtClean="0"/>
          </a:p>
          <a:p>
            <a:r>
              <a:rPr lang="en-GB" u="sng" dirty="0" smtClean="0">
                <a:latin typeface="Arial Rounded MT Bold" pitchFamily="34" charset="0"/>
              </a:rPr>
              <a:t>Industries That Use CNC Machining</a:t>
            </a:r>
          </a:p>
          <a:p>
            <a:pPr marL="457200" indent="-457200">
              <a:buAutoNum type="arabicParenR"/>
            </a:pPr>
            <a:endParaRPr lang="en-GB" dirty="0" smtClean="0"/>
          </a:p>
          <a:p>
            <a:pPr marL="457200" indent="-457200">
              <a:buAutoNum type="arabicParenR"/>
            </a:pPr>
            <a:r>
              <a:rPr lang="en-GB" dirty="0" smtClean="0"/>
              <a:t>Automotive Industries</a:t>
            </a:r>
          </a:p>
          <a:p>
            <a:pPr marL="457200" indent="-457200">
              <a:buAutoNum type="arabicParenR"/>
            </a:pPr>
            <a:r>
              <a:rPr lang="en-GB" dirty="0" smtClean="0"/>
              <a:t>Healthcare Centre etc.</a:t>
            </a:r>
          </a:p>
          <a:p>
            <a:endParaRPr lang="en-GB" dirty="0" smtClean="0">
              <a:latin typeface="Arial Rounded MT Bold" pitchFamily="34" charset="0"/>
            </a:endParaRPr>
          </a:p>
          <a:p>
            <a:endParaRPr lang="en-GB" b="1" dirty="0" smtClean="0">
              <a:latin typeface="Arial Rounded MT Bold" pitchFamily="34" charset="0"/>
            </a:endParaRPr>
          </a:p>
          <a:p>
            <a:endParaRPr lang="en-US" dirty="0"/>
          </a:p>
        </p:txBody>
      </p:sp>
      <p:sp>
        <p:nvSpPr>
          <p:cNvPr id="6" name="Date Placeholder 5"/>
          <p:cNvSpPr>
            <a:spLocks noGrp="1"/>
          </p:cNvSpPr>
          <p:nvPr>
            <p:ph type="dt" sz="half" idx="10"/>
          </p:nvPr>
        </p:nvSpPr>
        <p:spPr>
          <a:xfrm>
            <a:off x="7669646" y="6363420"/>
            <a:ext cx="4059936" cy="365760"/>
          </a:xfrm>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4" y="914400"/>
            <a:ext cx="11367509" cy="966355"/>
          </a:xfrm>
        </p:spPr>
        <p:txBody>
          <a:bodyPr/>
          <a:lstStyle/>
          <a:p>
            <a:r>
              <a:rPr lang="en-US" b="1" dirty="0" smtClean="0">
                <a:latin typeface="Arial Rounded MT Bold" pitchFamily="34" charset="0"/>
              </a:rPr>
              <a:t>Automotive Industry</a:t>
            </a:r>
            <a:r>
              <a:rPr lang="en-US" b="1" dirty="0" smtClean="0"/>
              <a:t/>
            </a:r>
            <a:br>
              <a:rPr lang="en-US" b="1" dirty="0" smtClean="0"/>
            </a:br>
            <a:r>
              <a:rPr lang="en-US" dirty="0" smtClean="0"/>
              <a:t/>
            </a:r>
            <a:br>
              <a:rPr lang="en-US" dirty="0" smtClean="0"/>
            </a:br>
            <a:endParaRPr lang="en-US" dirty="0"/>
          </a:p>
        </p:txBody>
      </p:sp>
      <p:sp>
        <p:nvSpPr>
          <p:cNvPr id="3" name="Subtitle 2"/>
          <p:cNvSpPr>
            <a:spLocks noGrp="1"/>
          </p:cNvSpPr>
          <p:nvPr>
            <p:ph type="subTitle" idx="1"/>
          </p:nvPr>
        </p:nvSpPr>
        <p:spPr>
          <a:xfrm>
            <a:off x="343046" y="2019591"/>
            <a:ext cx="5437187" cy="2812181"/>
          </a:xfrm>
        </p:spPr>
        <p:txBody>
          <a:bodyPr/>
          <a:lstStyle/>
          <a:p>
            <a:pPr>
              <a:buFont typeface="Wingdings" pitchFamily="2" charset="2"/>
              <a:buChar char="q"/>
            </a:pPr>
            <a:r>
              <a:rPr lang="en-GB" dirty="0" smtClean="0"/>
              <a:t>The automotive industry regularly enjoys the uses of CNC milling machine for both prototyping and production. Extruded metal can be machined into cylinder blocks, gearboxes, valves, axels, and various other components.</a:t>
            </a:r>
            <a:endParaRPr lang="en-US" dirty="0"/>
          </a:p>
        </p:txBody>
      </p:sp>
      <p:pic>
        <p:nvPicPr>
          <p:cNvPr id="9" name="applications-of-cnc-machining-in-the-automotive-industry.jpg" descr="C:\Users\lenovo\Desktop\applications-of-cnc-machining-in-the-automotive-industry.jpg"/>
          <p:cNvPicPr>
            <a:picLocks noGrp="1" noChangeAspect="1"/>
          </p:cNvPicPr>
          <p:nvPr>
            <p:ph type="pic" sz="quarter" idx="16"/>
          </p:nvPr>
        </p:nvPicPr>
        <p:blipFill>
          <a:blip r:link="rId2"/>
          <a:srcRect t="8091" b="8091"/>
          <a:stretch>
            <a:fillRect/>
          </a:stretch>
        </p:blipFill>
        <p:spPr>
          <a:xfrm>
            <a:off x="6639359" y="2036475"/>
            <a:ext cx="5084762"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18" y="176646"/>
            <a:ext cx="11772900" cy="644236"/>
          </a:xfrm>
        </p:spPr>
        <p:txBody>
          <a:bodyPr/>
          <a:lstStyle/>
          <a:p>
            <a:r>
              <a:rPr lang="en-GB" dirty="0" smtClean="0">
                <a:latin typeface="Arial Rounded MT Bold" pitchFamily="34" charset="0"/>
              </a:rPr>
              <a:t>Healthcare Centre</a:t>
            </a:r>
            <a:endParaRPr lang="en-US" dirty="0">
              <a:latin typeface="Arial Rounded MT Bold" pitchFamily="34" charset="0"/>
            </a:endParaRPr>
          </a:p>
        </p:txBody>
      </p:sp>
      <p:sp>
        <p:nvSpPr>
          <p:cNvPr id="3" name="Subtitle 2"/>
          <p:cNvSpPr>
            <a:spLocks noGrp="1"/>
          </p:cNvSpPr>
          <p:nvPr>
            <p:ph type="subTitle" idx="1"/>
          </p:nvPr>
        </p:nvSpPr>
        <p:spPr>
          <a:xfrm>
            <a:off x="540473" y="1541609"/>
            <a:ext cx="5870718" cy="3747363"/>
          </a:xfrm>
        </p:spPr>
        <p:txBody>
          <a:bodyPr/>
          <a:lstStyle/>
          <a:p>
            <a:pPr>
              <a:buFont typeface="Wingdings" pitchFamily="2" charset="2"/>
              <a:buChar char="q"/>
            </a:pPr>
            <a:r>
              <a:rPr lang="en-GB" dirty="0" smtClean="0"/>
              <a:t>Since the process is suited to one-off custom parts, it has many applications in the medical industry. The tight tolerances afforded by CNC machining are essential to the high performance of machined medical components. CNC machinable medical parts include surgical instruments, electronic enclosures, orthotics, and implants.</a:t>
            </a:r>
            <a:endParaRPr lang="en-US" dirty="0"/>
          </a:p>
        </p:txBody>
      </p:sp>
      <p:pic>
        <p:nvPicPr>
          <p:cNvPr id="9" name="cnc-machining-uses-in-healthcare-sector.jpg" descr="C:\Users\lenovo\Desktop\cnc-machining-uses-in-healthcare-sector.jpg"/>
          <p:cNvPicPr>
            <a:picLocks noGrp="1" noChangeAspect="1"/>
          </p:cNvPicPr>
          <p:nvPr>
            <p:ph type="pic" sz="quarter" idx="16"/>
          </p:nvPr>
        </p:nvPicPr>
        <p:blipFill>
          <a:blip r:link="rId2"/>
          <a:srcRect t="8077" b="8077"/>
          <a:stretch>
            <a:fillRect/>
          </a:stretch>
        </p:blipFill>
        <p:spPr>
          <a:xfrm>
            <a:off x="6494463" y="1881188"/>
            <a:ext cx="5083175"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 xmlns:a16="http://schemas.microsoft.com/office/drawing/2014/main" id="{581E8936-2270-47FE-94A4-398CB123EF90}"/>
              </a:ext>
            </a:extLst>
          </p:cNvPr>
          <p:cNvSpPr>
            <a:spLocks noGrp="1"/>
          </p:cNvSpPr>
          <p:nvPr>
            <p:ph type="title"/>
          </p:nvPr>
        </p:nvSpPr>
        <p:spPr>
          <a:xfrm>
            <a:off x="159473" y="146919"/>
            <a:ext cx="11783483" cy="912448"/>
          </a:xfrm>
        </p:spPr>
        <p:txBody>
          <a:bodyPr/>
          <a:lstStyle/>
          <a:p>
            <a:r>
              <a:rPr lang="en-GB" sz="3600" dirty="0" smtClean="0">
                <a:latin typeface="Arial Rounded MT Bold" pitchFamily="34" charset="0"/>
              </a:rPr>
              <a:t>Compression Between Lathe Machine and CNC Machine.</a:t>
            </a:r>
            <a:endParaRPr lang="en-US" sz="3600" dirty="0">
              <a:latin typeface="Arial Rounded MT Bold" pitchFamily="34" charset="0"/>
            </a:endParaRPr>
          </a:p>
        </p:txBody>
      </p:sp>
      <p:sp>
        <p:nvSpPr>
          <p:cNvPr id="13" name="Content Placeholder 12">
            <a:extLst>
              <a:ext uri="{FF2B5EF4-FFF2-40B4-BE49-F238E27FC236}">
                <a16:creationId xmlns="" xmlns:a16="http://schemas.microsoft.com/office/drawing/2014/main" id="{C0287FEC-3826-4868-8D93-52429C6156F5}"/>
              </a:ext>
            </a:extLst>
          </p:cNvPr>
          <p:cNvSpPr>
            <a:spLocks noGrp="1"/>
          </p:cNvSpPr>
          <p:nvPr>
            <p:ph sz="quarter" idx="15"/>
          </p:nvPr>
        </p:nvSpPr>
        <p:spPr>
          <a:xfrm>
            <a:off x="403545" y="1500076"/>
            <a:ext cx="11472225" cy="4877863"/>
          </a:xfrm>
        </p:spPr>
        <p:txBody>
          <a:bodyPr>
            <a:normAutofit fontScale="92500" lnSpcReduction="10000"/>
          </a:bodyPr>
          <a:lstStyle/>
          <a:p>
            <a:pPr>
              <a:buFont typeface="Wingdings" pitchFamily="2" charset="2"/>
              <a:buChar char="q"/>
            </a:pPr>
            <a:r>
              <a:rPr lang="en-GB" dirty="0" smtClean="0"/>
              <a:t>The main difference between a manual lathe and CNC Machining is accuracy and time consumption. With careful cutting, you can get high accuracy on a manual lathe, while CNC machining offers extreme accuracy and precise parts in less time price.               </a:t>
            </a:r>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pPr>
              <a:buFont typeface="Wingdings" pitchFamily="2" charset="2"/>
              <a:buChar char="q"/>
            </a:pPr>
            <a:endParaRPr lang="en-GB" dirty="0" smtClean="0"/>
          </a:p>
          <a:p>
            <a:r>
              <a:rPr lang="en-GB" dirty="0" smtClean="0"/>
              <a:t>                       (Lathe Machine)                                                                                    (CNC Machine)                                                                                                                                          </a:t>
            </a:r>
            <a:endParaRPr lang="en-US" dirty="0"/>
          </a:p>
        </p:txBody>
      </p:sp>
      <p:sp>
        <p:nvSpPr>
          <p:cNvPr id="5" name="Footer Placeholder 4">
            <a:extLst>
              <a:ext uri="{FF2B5EF4-FFF2-40B4-BE49-F238E27FC236}">
                <a16:creationId xmlns="" xmlns:a16="http://schemas.microsoft.com/office/drawing/2014/main" id="{06A3302E-502D-4151-81C9-5FD6AF9596D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9ED907F8-C614-4D59-A03F-BF9CD5E35703}"/>
              </a:ext>
            </a:extLst>
          </p:cNvPr>
          <p:cNvSpPr>
            <a:spLocks noGrp="1"/>
          </p:cNvSpPr>
          <p:nvPr>
            <p:ph type="sldNum" sz="quarter" idx="12"/>
          </p:nvPr>
        </p:nvSpPr>
        <p:spPr/>
        <p:txBody>
          <a:bodyPr/>
          <a:lstStyle/>
          <a:p>
            <a:fld id="{DBA1B0FB-D917-4C8C-928F-313BD683BF39}" type="slidenum">
              <a:rPr lang="en-US" smtClean="0"/>
              <a:pPr/>
              <a:t>11</a:t>
            </a:fld>
            <a:endParaRPr lang="en-US" dirty="0"/>
          </a:p>
        </p:txBody>
      </p:sp>
      <p:pic>
        <p:nvPicPr>
          <p:cNvPr id="7" name="lathe.jpg" descr="C:\Users\lenovo\Desktop\lathe.jpg"/>
          <p:cNvPicPr>
            <a:picLocks noChangeAspect="1"/>
          </p:cNvPicPr>
          <p:nvPr/>
        </p:nvPicPr>
        <p:blipFill>
          <a:blip r:link="rId3"/>
          <a:stretch>
            <a:fillRect/>
          </a:stretch>
        </p:blipFill>
        <p:spPr>
          <a:xfrm>
            <a:off x="999656" y="2761297"/>
            <a:ext cx="4795024" cy="3021980"/>
          </a:xfrm>
          <a:prstGeom prst="rect">
            <a:avLst/>
          </a:prstGeom>
        </p:spPr>
      </p:pic>
      <p:pic>
        <p:nvPicPr>
          <p:cNvPr id="8" name="nc.jpg" descr="C:\Users\lenovo\Desktop\nc.jpg"/>
          <p:cNvPicPr>
            <a:picLocks noChangeAspect="1"/>
          </p:cNvPicPr>
          <p:nvPr/>
        </p:nvPicPr>
        <p:blipFill>
          <a:blip r:link="rId4"/>
          <a:stretch>
            <a:fillRect/>
          </a:stretch>
        </p:blipFill>
        <p:spPr>
          <a:xfrm>
            <a:off x="7743500" y="2763982"/>
            <a:ext cx="4152900" cy="2995576"/>
          </a:xfrm>
          <a:prstGeom prst="rect">
            <a:avLst/>
          </a:prstGeom>
        </p:spPr>
      </p:pic>
      <p:pic>
        <p:nvPicPr>
          <p:cNvPr id="9" name="lathe.jpg" descr="C:\Users\lenovo\Desktop\lathe.jpg"/>
          <p:cNvPicPr>
            <a:picLocks noChangeAspect="1"/>
          </p:cNvPicPr>
          <p:nvPr/>
        </p:nvPicPr>
        <p:blipFill>
          <a:blip r:link="rId3"/>
          <a:stretch>
            <a:fillRect/>
          </a:stretch>
        </p:blipFill>
        <p:spPr>
          <a:xfrm>
            <a:off x="976745" y="2784764"/>
            <a:ext cx="4769427" cy="3044535"/>
          </a:xfrm>
          <a:prstGeom prst="rect">
            <a:avLst/>
          </a:prstGeom>
        </p:spPr>
      </p:pic>
      <p:pic>
        <p:nvPicPr>
          <p:cNvPr id="10" name="nc.jpg" descr="C:\Users\lenovo\Desktop\nc.jpg"/>
          <p:cNvPicPr>
            <a:picLocks noChangeAspect="1"/>
          </p:cNvPicPr>
          <p:nvPr/>
        </p:nvPicPr>
        <p:blipFill>
          <a:blip r:link="rId4"/>
          <a:stretch>
            <a:fillRect/>
          </a:stretch>
        </p:blipFill>
        <p:spPr>
          <a:xfrm>
            <a:off x="7708323" y="2649683"/>
            <a:ext cx="4152900" cy="3065317"/>
          </a:xfrm>
          <a:prstGeom prst="rect">
            <a:avLst/>
          </a:prstGeom>
        </p:spPr>
      </p:pic>
    </p:spTree>
    <p:extLst>
      <p:ext uri="{BB962C8B-B14F-4D97-AF65-F5344CB8AC3E}">
        <p14:creationId xmlns="" xmlns:p14="http://schemas.microsoft.com/office/powerpoint/2010/main" val="3521561301"/>
      </p:ext>
    </p:extLst>
  </p:cSld>
  <p:clrMapOvr>
    <a:masterClrMapping/>
  </p:clrMapOvr>
  <p:transition>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4" y="-167266"/>
            <a:ext cx="11325185" cy="1078882"/>
          </a:xfrm>
        </p:spPr>
        <p:txBody>
          <a:bodyPr/>
          <a:lstStyle/>
          <a:p>
            <a:r>
              <a:rPr lang="en-GB" sz="3600" dirty="0" smtClean="0">
                <a:latin typeface="Arial Rounded MT Bold" pitchFamily="34" charset="0"/>
              </a:rPr>
              <a:t>Parts Of CNC Machines</a:t>
            </a:r>
            <a:endParaRPr lang="en-US" sz="3600" dirty="0">
              <a:latin typeface="Arial Rounded MT Bold" pitchFamily="34" charset="0"/>
            </a:endParaRPr>
          </a:p>
        </p:txBody>
      </p:sp>
      <p:sp>
        <p:nvSpPr>
          <p:cNvPr id="3" name="Subtitle 2"/>
          <p:cNvSpPr>
            <a:spLocks noGrp="1"/>
          </p:cNvSpPr>
          <p:nvPr>
            <p:ph type="subTitle" idx="1"/>
          </p:nvPr>
        </p:nvSpPr>
        <p:spPr>
          <a:xfrm>
            <a:off x="465139" y="1722585"/>
            <a:ext cx="5437187" cy="3582840"/>
          </a:xfrm>
        </p:spPr>
        <p:txBody>
          <a:bodyPr/>
          <a:lstStyle/>
          <a:p>
            <a:pPr>
              <a:buFont typeface="Wingdings" pitchFamily="2" charset="2"/>
              <a:buChar char="Ø"/>
            </a:pPr>
            <a:r>
              <a:rPr lang="en-GB" dirty="0" smtClean="0"/>
              <a:t>Control Pannel</a:t>
            </a:r>
          </a:p>
          <a:p>
            <a:pPr>
              <a:buFont typeface="Wingdings" pitchFamily="2" charset="2"/>
              <a:buChar char="Ø"/>
            </a:pPr>
            <a:r>
              <a:rPr lang="en-GB" dirty="0" smtClean="0"/>
              <a:t>Chip Gaurd Door</a:t>
            </a:r>
          </a:p>
          <a:p>
            <a:pPr>
              <a:buFont typeface="Wingdings" pitchFamily="2" charset="2"/>
              <a:buChar char="Ø"/>
            </a:pPr>
            <a:r>
              <a:rPr lang="en-GB" dirty="0" smtClean="0"/>
              <a:t>Hydraulic Oil Tank</a:t>
            </a:r>
          </a:p>
          <a:p>
            <a:pPr>
              <a:buFont typeface="Wingdings" pitchFamily="2" charset="2"/>
              <a:buChar char="Ø"/>
            </a:pPr>
            <a:r>
              <a:rPr lang="en-GB" dirty="0" smtClean="0"/>
              <a:t>Coolant Tank</a:t>
            </a:r>
          </a:p>
          <a:p>
            <a:pPr>
              <a:buFont typeface="Wingdings" pitchFamily="2" charset="2"/>
              <a:buChar char="Ø"/>
            </a:pPr>
            <a:r>
              <a:rPr lang="en-GB" dirty="0" smtClean="0"/>
              <a:t>Stebilizer</a:t>
            </a:r>
          </a:p>
          <a:p>
            <a:pPr>
              <a:buFont typeface="Wingdings" pitchFamily="2" charset="2"/>
              <a:buChar char="Ø"/>
            </a:pPr>
            <a:r>
              <a:rPr lang="en-GB" dirty="0" smtClean="0"/>
              <a:t>PLC Pannel etc.</a:t>
            </a: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12</a:t>
            </a:fld>
            <a:endParaRPr lang="en-US" dirty="0"/>
          </a:p>
        </p:txBody>
      </p:sp>
    </p:spTree>
  </p:cSld>
  <p:clrMapOvr>
    <a:masterClrMapping/>
  </p:clrMapOvr>
  <p:transition>
    <p:fade thruBlk="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863" y="176645"/>
            <a:ext cx="11440246" cy="779319"/>
          </a:xfrm>
        </p:spPr>
        <p:txBody>
          <a:bodyPr/>
          <a:lstStyle/>
          <a:p>
            <a:r>
              <a:rPr lang="en-GB" sz="4000" dirty="0" smtClean="0">
                <a:latin typeface="Arial Rounded MT Bold" pitchFamily="34" charset="0"/>
              </a:rPr>
              <a:t>Types Of CNC Machine</a:t>
            </a:r>
            <a:endParaRPr lang="en-US" sz="4000" dirty="0">
              <a:latin typeface="Arial Rounded MT Bold" pitchFamily="34" charset="0"/>
            </a:endParaRPr>
          </a:p>
        </p:txBody>
      </p:sp>
      <p:sp>
        <p:nvSpPr>
          <p:cNvPr id="3" name="Subtitle 2"/>
          <p:cNvSpPr>
            <a:spLocks noGrp="1"/>
          </p:cNvSpPr>
          <p:nvPr>
            <p:ph type="subTitle" idx="1"/>
          </p:nvPr>
        </p:nvSpPr>
        <p:spPr>
          <a:xfrm>
            <a:off x="484189" y="1636859"/>
            <a:ext cx="5437187" cy="4849666"/>
          </a:xfrm>
        </p:spPr>
        <p:txBody>
          <a:bodyPr/>
          <a:lstStyle/>
          <a:p>
            <a:pPr>
              <a:buFont typeface="Wingdings" pitchFamily="2" charset="2"/>
              <a:buChar char="Ø"/>
            </a:pPr>
            <a:r>
              <a:rPr lang="en-GB" dirty="0" smtClean="0"/>
              <a:t>CNC milling machine.</a:t>
            </a:r>
          </a:p>
          <a:p>
            <a:pPr>
              <a:buFont typeface="Wingdings" pitchFamily="2" charset="2"/>
              <a:buChar char="Ø"/>
            </a:pPr>
            <a:r>
              <a:rPr lang="en-GB" dirty="0" smtClean="0"/>
              <a:t>CNC router machine.</a:t>
            </a:r>
          </a:p>
          <a:p>
            <a:pPr>
              <a:buFont typeface="Wingdings" pitchFamily="2" charset="2"/>
              <a:buChar char="Ø"/>
            </a:pPr>
            <a:r>
              <a:rPr lang="en-GB" dirty="0" smtClean="0"/>
              <a:t>CNC laser cutting machine.</a:t>
            </a:r>
          </a:p>
          <a:p>
            <a:pPr>
              <a:buFont typeface="Wingdings" pitchFamily="2" charset="2"/>
              <a:buChar char="Ø"/>
            </a:pPr>
            <a:r>
              <a:rPr lang="en-GB" dirty="0" smtClean="0"/>
              <a:t>CNC plasma cutting machine.</a:t>
            </a:r>
          </a:p>
          <a:p>
            <a:pPr>
              <a:buFont typeface="Wingdings" pitchFamily="2" charset="2"/>
              <a:buChar char="Ø"/>
            </a:pPr>
            <a:r>
              <a:rPr lang="en-GB" dirty="0" smtClean="0"/>
              <a:t>3-D printer. </a:t>
            </a:r>
          </a:p>
          <a:p>
            <a:pPr>
              <a:buFont typeface="Wingdings" pitchFamily="2" charset="2"/>
              <a:buChar char="Ø"/>
            </a:pPr>
            <a:r>
              <a:rPr lang="en-GB" dirty="0" smtClean="0"/>
              <a:t>5- axis machine.</a:t>
            </a:r>
          </a:p>
          <a:p>
            <a:pPr>
              <a:buFont typeface="Wingdings" pitchFamily="2" charset="2"/>
              <a:buChar char="Ø"/>
            </a:pPr>
            <a:r>
              <a:rPr lang="en-GB" dirty="0" smtClean="0"/>
              <a:t>Pick and place machine.</a:t>
            </a:r>
            <a:endParaRPr lang="en-US" dirty="0"/>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13</a:t>
            </a:fld>
            <a:endParaRPr lang="en-US" dirty="0"/>
          </a:p>
        </p:txBody>
      </p:sp>
    </p:spTree>
  </p:cSld>
  <p:clrMapOvr>
    <a:masterClrMapping/>
  </p:clrMapOvr>
  <p:transition>
    <p:fade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773" y="176648"/>
            <a:ext cx="10557163" cy="815812"/>
          </a:xfrm>
        </p:spPr>
        <p:txBody>
          <a:bodyPr/>
          <a:lstStyle/>
          <a:p>
            <a:r>
              <a:rPr lang="en-GB" sz="4000" dirty="0" smtClean="0">
                <a:latin typeface="Arial Rounded MT Bold" pitchFamily="34" charset="0"/>
              </a:rPr>
              <a:t>CNC MILLING MACHINE</a:t>
            </a:r>
            <a:endParaRPr lang="en-US" sz="4000" dirty="0">
              <a:latin typeface="Arial Rounded MT Bold" pitchFamily="34" charset="0"/>
            </a:endParaRPr>
          </a:p>
        </p:txBody>
      </p:sp>
      <p:sp>
        <p:nvSpPr>
          <p:cNvPr id="3" name="Subtitle 2"/>
          <p:cNvSpPr>
            <a:spLocks noGrp="1"/>
          </p:cNvSpPr>
          <p:nvPr>
            <p:ph type="subTitle" idx="1"/>
          </p:nvPr>
        </p:nvSpPr>
        <p:spPr>
          <a:xfrm>
            <a:off x="318801" y="1883644"/>
            <a:ext cx="5437187" cy="3306615"/>
          </a:xfrm>
        </p:spPr>
        <p:txBody>
          <a:bodyPr/>
          <a:lstStyle/>
          <a:p>
            <a:pPr>
              <a:buFont typeface="Wingdings" pitchFamily="2" charset="2"/>
              <a:buChar char="q"/>
            </a:pPr>
            <a:r>
              <a:rPr lang="en-GB" dirty="0" smtClean="0"/>
              <a:t> The work piece is in reset position but the cutting tool is moving.</a:t>
            </a:r>
          </a:p>
          <a:p>
            <a:pPr>
              <a:buFont typeface="Wingdings" pitchFamily="2" charset="2"/>
              <a:buChar char="q"/>
            </a:pPr>
            <a:r>
              <a:rPr lang="en-GB" dirty="0" smtClean="0"/>
              <a:t>Slots, flat surface, boring, gear cutting.</a:t>
            </a:r>
            <a:endParaRPr lang="en-US" dirty="0"/>
          </a:p>
        </p:txBody>
      </p:sp>
      <p:pic>
        <p:nvPicPr>
          <p:cNvPr id="9" name="milling-machining-cutter-head-indexable-insert.jpg" descr="C:\Users\lenovo\Desktop\milling-machining-cutter-head-indexable-insert.jpg"/>
          <p:cNvPicPr>
            <a:picLocks noGrp="1" noChangeAspect="1"/>
          </p:cNvPicPr>
          <p:nvPr>
            <p:ph type="pic" sz="quarter" idx="15"/>
          </p:nvPr>
        </p:nvPicPr>
        <p:blipFill>
          <a:blip r:link="rId2"/>
          <a:srcRect t="12260" b="12260"/>
          <a:stretch>
            <a:fillRect/>
          </a:stretch>
        </p:blipFill>
        <p:spPr>
          <a:xfrm>
            <a:off x="6522795" y="1674913"/>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14</a:t>
            </a:fld>
            <a:endParaRPr lang="en-US" dirty="0"/>
          </a:p>
        </p:txBody>
      </p:sp>
    </p:spTree>
  </p:cSld>
  <p:clrMapOvr>
    <a:masterClrMapping/>
  </p:clrMapOvr>
  <p:transition>
    <p:fade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970" y="0"/>
            <a:ext cx="11712835" cy="1124816"/>
          </a:xfrm>
        </p:spPr>
        <p:txBody>
          <a:bodyPr/>
          <a:lstStyle/>
          <a:p>
            <a:r>
              <a:rPr lang="en-GB" sz="4000" dirty="0" smtClean="0">
                <a:latin typeface="Arial Rounded MT Bold" pitchFamily="34" charset="0"/>
              </a:rPr>
              <a:t>CNC ROUTER MACHINE</a:t>
            </a:r>
            <a:endParaRPr lang="en-US" sz="4000" dirty="0">
              <a:latin typeface="Arial Rounded MT Bold" pitchFamily="34" charset="0"/>
            </a:endParaRPr>
          </a:p>
        </p:txBody>
      </p:sp>
      <p:sp>
        <p:nvSpPr>
          <p:cNvPr id="3" name="Subtitle 2"/>
          <p:cNvSpPr>
            <a:spLocks noGrp="1"/>
          </p:cNvSpPr>
          <p:nvPr>
            <p:ph type="subTitle" idx="1"/>
          </p:nvPr>
        </p:nvSpPr>
        <p:spPr>
          <a:xfrm>
            <a:off x="492848" y="2081937"/>
            <a:ext cx="5437187" cy="2265216"/>
          </a:xfrm>
        </p:spPr>
        <p:txBody>
          <a:bodyPr/>
          <a:lstStyle/>
          <a:p>
            <a:pPr>
              <a:buFont typeface="Wingdings" pitchFamily="2" charset="2"/>
              <a:buChar char="q"/>
            </a:pPr>
            <a:r>
              <a:rPr lang="en-GB" dirty="0" smtClean="0"/>
              <a:t>Mostly used for carpenter work such as door carving, interior and exterior decorations, wooden frames, molding musical instruments, furniture and so on.</a:t>
            </a:r>
          </a:p>
          <a:p>
            <a:pPr>
              <a:buFont typeface="Wingdings" pitchFamily="2" charset="2"/>
              <a:buChar char="q"/>
            </a:pPr>
            <a:r>
              <a:rPr lang="en-GB" dirty="0" smtClean="0"/>
              <a:t>Better surface finishing.</a:t>
            </a:r>
            <a:endParaRPr lang="en-US" dirty="0"/>
          </a:p>
        </p:txBody>
      </p:sp>
      <p:pic>
        <p:nvPicPr>
          <p:cNvPr id="9" name="download.jfif" descr="C:\Users\lenovo\Desktop\download.jfif"/>
          <p:cNvPicPr>
            <a:picLocks noGrp="1" noChangeAspect="1"/>
          </p:cNvPicPr>
          <p:nvPr>
            <p:ph type="pic" sz="quarter" idx="15"/>
          </p:nvPr>
        </p:nvPicPr>
        <p:blipFill>
          <a:blip r:link="rId2"/>
          <a:srcRect t="7434" b="7434"/>
          <a:stretch>
            <a:fillRect/>
          </a:stretch>
        </p:blipFill>
        <p:spPr>
          <a:xfrm>
            <a:off x="6678912" y="1641459"/>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15</a:t>
            </a:fld>
            <a:endParaRPr lang="en-US" dirty="0"/>
          </a:p>
        </p:txBody>
      </p:sp>
    </p:spTree>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154" y="-434389"/>
            <a:ext cx="11606499" cy="1381990"/>
          </a:xfrm>
        </p:spPr>
        <p:txBody>
          <a:bodyPr/>
          <a:lstStyle/>
          <a:p>
            <a:r>
              <a:rPr lang="en-GB" sz="4000" dirty="0" smtClean="0">
                <a:latin typeface="Arial Rounded MT Bold" pitchFamily="34" charset="0"/>
              </a:rPr>
              <a:t>CNC lASER CUTTING MACHINE</a:t>
            </a:r>
            <a:endParaRPr lang="en-US" sz="4000" dirty="0">
              <a:latin typeface="Arial Rounded MT Bold" pitchFamily="34" charset="0"/>
            </a:endParaRPr>
          </a:p>
        </p:txBody>
      </p:sp>
      <p:sp>
        <p:nvSpPr>
          <p:cNvPr id="3" name="Subtitle 2"/>
          <p:cNvSpPr>
            <a:spLocks noGrp="1"/>
          </p:cNvSpPr>
          <p:nvPr>
            <p:ph type="subTitle" idx="1"/>
          </p:nvPr>
        </p:nvSpPr>
        <p:spPr>
          <a:xfrm>
            <a:off x="309702" y="1674391"/>
            <a:ext cx="6057900" cy="3297090"/>
          </a:xfrm>
        </p:spPr>
        <p:txBody>
          <a:bodyPr/>
          <a:lstStyle/>
          <a:p>
            <a:pPr>
              <a:buFont typeface="Wingdings" pitchFamily="2" charset="2"/>
              <a:buChar char="q"/>
            </a:pPr>
            <a:r>
              <a:rPr lang="en-GB" dirty="0" smtClean="0"/>
              <a:t>Fabrication process.</a:t>
            </a:r>
          </a:p>
          <a:p>
            <a:pPr>
              <a:buFont typeface="Wingdings" pitchFamily="2" charset="2"/>
              <a:buChar char="q"/>
            </a:pPr>
            <a:r>
              <a:rPr lang="en-GB" dirty="0" smtClean="0"/>
              <a:t>Employs a focused,  high powered laser beam to cut material into custom shapes and designs.</a:t>
            </a:r>
          </a:p>
          <a:p>
            <a:pPr>
              <a:buFont typeface="Wingdings" pitchFamily="2" charset="2"/>
              <a:buChar char="q"/>
            </a:pPr>
            <a:r>
              <a:rPr lang="en-GB" dirty="0" smtClean="0"/>
              <a:t>Laser cutting is a non-contact, thermal-based fabrication process suitable for metal and non-metal materials.</a:t>
            </a:r>
            <a:endParaRPr lang="en-US" dirty="0"/>
          </a:p>
        </p:txBody>
      </p:sp>
      <p:pic>
        <p:nvPicPr>
          <p:cNvPr id="9" name="laser-cutting-machine-plasma (1).jpg" descr="C:\Users\lenovo\Desktop\laser-cutting-machine-plasma (1).jpg"/>
          <p:cNvPicPr>
            <a:picLocks noGrp="1" noChangeAspect="1"/>
          </p:cNvPicPr>
          <p:nvPr>
            <p:ph type="pic" sz="quarter" idx="15"/>
          </p:nvPr>
        </p:nvPicPr>
        <p:blipFill>
          <a:blip r:link="rId2"/>
          <a:srcRect t="7534" b="7534"/>
          <a:stretch>
            <a:fillRect/>
          </a:stretch>
        </p:blipFill>
        <p:spPr>
          <a:xfrm>
            <a:off x="6779273" y="1853333"/>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16</a:t>
            </a:fld>
            <a:endParaRPr lang="en-US" dirty="0"/>
          </a:p>
        </p:txBody>
      </p:sp>
    </p:spTree>
  </p:cSld>
  <p:clrMapOvr>
    <a:masterClrMapping/>
  </p:clrMapOvr>
  <p:transition>
    <p:fade thruBlk="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037" y="0"/>
            <a:ext cx="11689011" cy="1130877"/>
          </a:xfrm>
        </p:spPr>
        <p:txBody>
          <a:bodyPr/>
          <a:lstStyle/>
          <a:p>
            <a:r>
              <a:rPr lang="en-GB" sz="4000" dirty="0" smtClean="0">
                <a:latin typeface="Arial Rounded MT Bold" pitchFamily="34" charset="0"/>
              </a:rPr>
              <a:t>CNC PLASMA CUTTING MACHINE</a:t>
            </a:r>
            <a:endParaRPr lang="en-US" sz="4000" dirty="0">
              <a:latin typeface="Arial Rounded MT Bold" pitchFamily="34" charset="0"/>
            </a:endParaRPr>
          </a:p>
        </p:txBody>
      </p:sp>
      <p:sp>
        <p:nvSpPr>
          <p:cNvPr id="3" name="Subtitle 2"/>
          <p:cNvSpPr>
            <a:spLocks noGrp="1"/>
          </p:cNvSpPr>
          <p:nvPr>
            <p:ph type="subTitle" idx="1"/>
          </p:nvPr>
        </p:nvSpPr>
        <p:spPr>
          <a:xfrm>
            <a:off x="494579" y="2407519"/>
            <a:ext cx="5437187" cy="3827026"/>
          </a:xfrm>
        </p:spPr>
        <p:txBody>
          <a:bodyPr/>
          <a:lstStyle/>
          <a:p>
            <a:pPr>
              <a:buFont typeface="Wingdings" pitchFamily="2" charset="2"/>
              <a:buChar char="q"/>
            </a:pPr>
            <a:r>
              <a:rPr lang="en-GB" dirty="0" smtClean="0"/>
              <a:t>Cuts through electrically conductive materials using an accelerated jet of hot plasma.</a:t>
            </a:r>
          </a:p>
          <a:p>
            <a:pPr>
              <a:buFont typeface="Wingdings" pitchFamily="2" charset="2"/>
              <a:buChar char="q"/>
            </a:pPr>
            <a:r>
              <a:rPr lang="en-GB" dirty="0" smtClean="0"/>
              <a:t>Steel, stainless steel, aluminium, brass copper and other conductive.</a:t>
            </a:r>
          </a:p>
          <a:p>
            <a:pPr>
              <a:buFont typeface="Wingdings" pitchFamily="2" charset="2"/>
              <a:buChar char="q"/>
            </a:pPr>
            <a:r>
              <a:rPr lang="en-GB" dirty="0" smtClean="0"/>
              <a:t>Fabrication shops, automotive repair and restoration, industrial construction, and salvage and scrapping operations.</a:t>
            </a:r>
          </a:p>
          <a:p>
            <a:endParaRPr lang="en-US" dirty="0"/>
          </a:p>
        </p:txBody>
      </p:sp>
      <p:pic>
        <p:nvPicPr>
          <p:cNvPr id="9" name="laser-cutting-machine-plasma.jpg" descr="C:\Users\lenovo\Desktop\laser-cutting-machine-plasma.jpg"/>
          <p:cNvPicPr>
            <a:picLocks noGrp="1" noChangeAspect="1"/>
          </p:cNvPicPr>
          <p:nvPr>
            <p:ph type="pic" sz="quarter" idx="15"/>
          </p:nvPr>
        </p:nvPicPr>
        <p:blipFill>
          <a:blip r:link="rId2"/>
          <a:srcRect t="7534" b="7534"/>
          <a:stretch>
            <a:fillRect/>
          </a:stretch>
        </p:blipFill>
        <p:spPr>
          <a:xfrm>
            <a:off x="6712365" y="2332836"/>
            <a:ext cx="5084064" cy="288036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17</a:t>
            </a:fld>
            <a:endParaRPr lang="en-US" dirty="0"/>
          </a:p>
        </p:txBody>
      </p:sp>
    </p:spTree>
  </p:cSld>
  <p:clrMapOvr>
    <a:masterClrMapping/>
  </p:clrMapOvr>
  <p:transition>
    <p:fade thruBlk="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128" y="-303934"/>
            <a:ext cx="3553547" cy="1155989"/>
          </a:xfrm>
        </p:spPr>
        <p:txBody>
          <a:bodyPr/>
          <a:lstStyle/>
          <a:p>
            <a:r>
              <a:rPr lang="en-GB" sz="4000" dirty="0" smtClean="0">
                <a:latin typeface="Arial Rounded MT Bold" pitchFamily="34" charset="0"/>
              </a:rPr>
              <a:t>3-D PRINTER</a:t>
            </a:r>
            <a:endParaRPr lang="en-US" sz="4000" dirty="0">
              <a:latin typeface="Arial Rounded MT Bold" pitchFamily="34" charset="0"/>
            </a:endParaRPr>
          </a:p>
        </p:txBody>
      </p:sp>
      <p:sp>
        <p:nvSpPr>
          <p:cNvPr id="3" name="Subtitle 2"/>
          <p:cNvSpPr>
            <a:spLocks noGrp="1"/>
          </p:cNvSpPr>
          <p:nvPr>
            <p:ph type="subTitle" idx="1"/>
          </p:nvPr>
        </p:nvSpPr>
        <p:spPr>
          <a:xfrm>
            <a:off x="212293" y="1797053"/>
            <a:ext cx="5437187" cy="2265216"/>
          </a:xfrm>
        </p:spPr>
        <p:txBody>
          <a:bodyPr/>
          <a:lstStyle/>
          <a:p>
            <a:pPr>
              <a:buFont typeface="Wingdings" pitchFamily="2" charset="2"/>
              <a:buChar char="q"/>
            </a:pPr>
            <a:r>
              <a:rPr lang="en-GB" dirty="0" smtClean="0"/>
              <a:t>Printer the work piece layer by layer.</a:t>
            </a:r>
          </a:p>
          <a:p>
            <a:pPr>
              <a:buFont typeface="Wingdings" pitchFamily="2" charset="2"/>
              <a:buChar char="q"/>
            </a:pPr>
            <a:r>
              <a:rPr lang="en-GB" dirty="0" smtClean="0"/>
              <a:t>FMD(fusion deposition modelling)</a:t>
            </a:r>
          </a:p>
          <a:p>
            <a:pPr>
              <a:buFont typeface="Wingdings" pitchFamily="2" charset="2"/>
              <a:buChar char="q"/>
            </a:pPr>
            <a:r>
              <a:rPr lang="en-GB" dirty="0" smtClean="0"/>
              <a:t>Prototype</a:t>
            </a:r>
          </a:p>
          <a:p>
            <a:pPr>
              <a:buFont typeface="Wingdings" pitchFamily="2" charset="2"/>
              <a:buChar char="q"/>
            </a:pPr>
            <a:r>
              <a:rPr lang="en-GB" dirty="0" smtClean="0"/>
              <a:t>Complex shapes and geometries.</a:t>
            </a:r>
            <a:endParaRPr lang="en-US" dirty="0"/>
          </a:p>
        </p:txBody>
      </p:sp>
      <p:pic>
        <p:nvPicPr>
          <p:cNvPr id="9" name="photo-1611117775350-ac3950990985.jfif" descr="C:\Users\lenovo\Desktop\photo-1611117775350-ac3950990985.jfif"/>
          <p:cNvPicPr>
            <a:picLocks noGrp="1" noChangeAspect="1"/>
          </p:cNvPicPr>
          <p:nvPr>
            <p:ph type="pic" sz="quarter" idx="15"/>
          </p:nvPr>
        </p:nvPicPr>
        <p:blipFill>
          <a:blip r:link="rId2"/>
          <a:srcRect t="7468" b="7468"/>
          <a:stretch>
            <a:fillRect/>
          </a:stretch>
        </p:blipFill>
        <p:spPr>
          <a:xfrm>
            <a:off x="6567528" y="1828880"/>
            <a:ext cx="5083175" cy="2879725"/>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18</a:t>
            </a:fld>
            <a:endParaRPr lang="en-US" dirty="0"/>
          </a:p>
        </p:txBody>
      </p:sp>
    </p:spTree>
  </p:cSld>
  <p:clrMapOvr>
    <a:masterClrMapping/>
  </p:clrMapOvr>
  <p:transition>
    <p:fade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6339" y="0"/>
            <a:ext cx="11317837" cy="1082098"/>
          </a:xfrm>
        </p:spPr>
        <p:txBody>
          <a:bodyPr/>
          <a:lstStyle/>
          <a:p>
            <a:r>
              <a:rPr lang="en-GB" sz="4000" dirty="0" smtClean="0">
                <a:latin typeface="Arial Rounded MT Bold" pitchFamily="34" charset="0"/>
              </a:rPr>
              <a:t>5-AXIS CNC MACHINE</a:t>
            </a:r>
            <a:endParaRPr lang="en-US" sz="4000" dirty="0">
              <a:latin typeface="Arial Rounded MT Bold" pitchFamily="34" charset="0"/>
            </a:endParaRPr>
          </a:p>
        </p:txBody>
      </p:sp>
      <p:sp>
        <p:nvSpPr>
          <p:cNvPr id="3" name="Subtitle 2"/>
          <p:cNvSpPr>
            <a:spLocks noGrp="1"/>
          </p:cNvSpPr>
          <p:nvPr>
            <p:ph type="subTitle" idx="1"/>
          </p:nvPr>
        </p:nvSpPr>
        <p:spPr>
          <a:xfrm>
            <a:off x="332908" y="1554028"/>
            <a:ext cx="5437187" cy="2265216"/>
          </a:xfrm>
        </p:spPr>
        <p:txBody>
          <a:bodyPr/>
          <a:lstStyle/>
          <a:p>
            <a:pPr>
              <a:buFont typeface="Wingdings" pitchFamily="2" charset="2"/>
              <a:buChar char="q"/>
            </a:pPr>
            <a:r>
              <a:rPr lang="en-GB" dirty="0" smtClean="0"/>
              <a:t>Axis X,Y,Z,A, and B</a:t>
            </a:r>
          </a:p>
          <a:p>
            <a:pPr>
              <a:buFont typeface="Wingdings" pitchFamily="2" charset="2"/>
              <a:buChar char="q"/>
            </a:pPr>
            <a:r>
              <a:rPr lang="en-GB" dirty="0" smtClean="0"/>
              <a:t>Ability to move a tool or a part in five different axis simultaneously.</a:t>
            </a:r>
            <a:endParaRPr lang="en-US" dirty="0"/>
          </a:p>
        </p:txBody>
      </p:sp>
      <p:pic>
        <p:nvPicPr>
          <p:cNvPr id="10" name="The-configuration-of-a-five-axis-machine-tool-considered-in-this-paper.png" descr="C:\Users\lenovo\Desktop\The-configuration-of-a-five-axis-machine-tool-considered-in-this-paper.png"/>
          <p:cNvPicPr>
            <a:picLocks noGrp="1" noChangeAspect="1"/>
          </p:cNvPicPr>
          <p:nvPr>
            <p:ph type="pic" sz="quarter" idx="15"/>
          </p:nvPr>
        </p:nvPicPr>
        <p:blipFill>
          <a:blip r:link="rId2"/>
          <a:srcRect l="4983" r="4983"/>
          <a:stretch>
            <a:fillRect/>
          </a:stretch>
        </p:blipFill>
        <p:spPr>
          <a:xfrm>
            <a:off x="6210688" y="1720154"/>
            <a:ext cx="5721119" cy="3743944"/>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19</a:t>
            </a:fld>
            <a:endParaRPr lang="en-US" dirty="0"/>
          </a:p>
        </p:txBody>
      </p:sp>
    </p:spTree>
  </p:cSld>
  <p:clrMapOvr>
    <a:masterClrMapping/>
  </p:clrMapOvr>
  <p:transition>
    <p:fade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9463" y="-334536"/>
            <a:ext cx="11731191" cy="1196397"/>
          </a:xfrm>
        </p:spPr>
        <p:txBody>
          <a:bodyPr/>
          <a:lstStyle/>
          <a:p>
            <a:r>
              <a:rPr lang="en-GB" sz="4000" dirty="0" smtClean="0">
                <a:latin typeface="Arial Rounded MT Bold" pitchFamily="34" charset="0"/>
              </a:rPr>
              <a:t>PICK AND PLACE CNC MACHINE</a:t>
            </a:r>
            <a:endParaRPr lang="en-US" sz="4000" dirty="0">
              <a:latin typeface="Arial Rounded MT Bold" pitchFamily="34" charset="0"/>
            </a:endParaRPr>
          </a:p>
        </p:txBody>
      </p:sp>
      <p:sp>
        <p:nvSpPr>
          <p:cNvPr id="3" name="Subtitle 2"/>
          <p:cNvSpPr>
            <a:spLocks noGrp="1"/>
          </p:cNvSpPr>
          <p:nvPr>
            <p:ph type="subTitle" idx="1"/>
          </p:nvPr>
        </p:nvSpPr>
        <p:spPr>
          <a:xfrm>
            <a:off x="239137" y="2310537"/>
            <a:ext cx="5437187" cy="2265216"/>
          </a:xfrm>
        </p:spPr>
        <p:txBody>
          <a:bodyPr/>
          <a:lstStyle/>
          <a:p>
            <a:pPr>
              <a:buFont typeface="Wingdings" pitchFamily="2" charset="2"/>
              <a:buChar char="q"/>
            </a:pPr>
            <a:r>
              <a:rPr lang="en-GB" dirty="0" smtClean="0"/>
              <a:t>Industries.</a:t>
            </a:r>
          </a:p>
          <a:p>
            <a:pPr>
              <a:buFont typeface="Wingdings" pitchFamily="2" charset="2"/>
              <a:buChar char="q"/>
            </a:pPr>
            <a:r>
              <a:rPr lang="en-GB" dirty="0" smtClean="0"/>
              <a:t>Reduce the labour cost and time.</a:t>
            </a:r>
          </a:p>
          <a:p>
            <a:pPr>
              <a:buFont typeface="Wingdings" pitchFamily="2" charset="2"/>
              <a:buChar char="q"/>
            </a:pPr>
            <a:r>
              <a:rPr lang="en-GB" dirty="0" smtClean="0"/>
              <a:t>Amazon</a:t>
            </a:r>
            <a:endParaRPr lang="en-US" dirty="0"/>
          </a:p>
        </p:txBody>
      </p:sp>
      <p:pic>
        <p:nvPicPr>
          <p:cNvPr id="11" name="PICKED.jpg" descr="C:\Users\lenovo\Desktop\PICKED.jpg"/>
          <p:cNvPicPr>
            <a:picLocks noGrp="1" noChangeAspect="1"/>
          </p:cNvPicPr>
          <p:nvPr>
            <p:ph type="pic" sz="quarter" idx="15"/>
          </p:nvPr>
        </p:nvPicPr>
        <p:blipFill>
          <a:blip r:link="rId2"/>
          <a:srcRect l="13940" r="13940"/>
          <a:stretch>
            <a:fillRect/>
          </a:stretch>
        </p:blipFill>
        <p:spPr>
          <a:xfrm>
            <a:off x="5597913" y="1593104"/>
            <a:ext cx="6097395" cy="4393580"/>
          </a:xfrm>
        </p:spPr>
      </p:pic>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r>
              <a:rPr lang="en-US" dirty="0" smtClean="0"/>
              <a:t>Sample Footer Text</a:t>
            </a:r>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20</a:t>
            </a:fld>
            <a:endParaRPr lang="en-US" dirty="0"/>
          </a:p>
        </p:txBody>
      </p:sp>
    </p:spTree>
  </p:cSld>
  <p:clrMapOvr>
    <a:masterClrMapping/>
  </p:clrMapOvr>
  <p:transition>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177" y="1"/>
            <a:ext cx="11797991" cy="1449658"/>
          </a:xfrm>
        </p:spPr>
        <p:txBody>
          <a:bodyPr/>
          <a:lstStyle/>
          <a:p>
            <a:r>
              <a:rPr lang="en-GB" sz="4000" dirty="0" smtClean="0">
                <a:latin typeface="Arial Rounded MT Bold" pitchFamily="34" charset="0"/>
              </a:rPr>
              <a:t>Advantage and Disadvantage of CNC Machine </a:t>
            </a:r>
            <a:r>
              <a:rPr lang="en-GB" dirty="0" smtClean="0"/>
              <a:t/>
            </a:r>
            <a:br>
              <a:rPr lang="en-GB" dirty="0" smtClean="0"/>
            </a:br>
            <a:endParaRPr lang="en-US" dirty="0"/>
          </a:p>
        </p:txBody>
      </p:sp>
      <p:sp>
        <p:nvSpPr>
          <p:cNvPr id="3" name="Subtitle 2"/>
          <p:cNvSpPr>
            <a:spLocks noGrp="1"/>
          </p:cNvSpPr>
          <p:nvPr>
            <p:ph type="subTitle" idx="1"/>
          </p:nvPr>
        </p:nvSpPr>
        <p:spPr>
          <a:xfrm>
            <a:off x="1" y="1092820"/>
            <a:ext cx="12192000" cy="5011158"/>
          </a:xfrm>
        </p:spPr>
        <p:txBody>
          <a:bodyPr/>
          <a:lstStyle/>
          <a:p>
            <a:r>
              <a:rPr lang="en-GB" dirty="0" smtClean="0">
                <a:solidFill>
                  <a:schemeClr val="accent3">
                    <a:lumMod val="75000"/>
                  </a:schemeClr>
                </a:solidFill>
              </a:rPr>
              <a:t>    </a:t>
            </a:r>
            <a:r>
              <a:rPr lang="en-GB" sz="5400" b="1" u="sng" dirty="0" smtClean="0">
                <a:solidFill>
                  <a:schemeClr val="accent3">
                    <a:lumMod val="75000"/>
                  </a:schemeClr>
                </a:solidFill>
                <a:latin typeface="Arial Rounded MT Bold" pitchFamily="34" charset="0"/>
              </a:rPr>
              <a:t>A</a:t>
            </a:r>
            <a:r>
              <a:rPr lang="en-GB" sz="4000" b="1" u="sng" dirty="0" smtClean="0">
                <a:solidFill>
                  <a:schemeClr val="accent3">
                    <a:lumMod val="75000"/>
                  </a:schemeClr>
                </a:solidFill>
                <a:latin typeface="Arial Rounded MT Bold" pitchFamily="34" charset="0"/>
              </a:rPr>
              <a:t>dvantage</a:t>
            </a:r>
            <a:r>
              <a:rPr lang="en-GB" sz="4000" dirty="0" smtClean="0">
                <a:solidFill>
                  <a:schemeClr val="accent3">
                    <a:lumMod val="75000"/>
                  </a:schemeClr>
                </a:solidFill>
              </a:rPr>
              <a:t>                             </a:t>
            </a:r>
            <a:r>
              <a:rPr lang="en-GB" sz="5400" u="sng" dirty="0" smtClean="0">
                <a:solidFill>
                  <a:schemeClr val="accent3">
                    <a:lumMod val="75000"/>
                  </a:schemeClr>
                </a:solidFill>
                <a:latin typeface="Arial Rounded MT Bold" pitchFamily="34" charset="0"/>
              </a:rPr>
              <a:t>D</a:t>
            </a:r>
            <a:r>
              <a:rPr lang="en-GB" sz="4000" u="sng" dirty="0" smtClean="0">
                <a:solidFill>
                  <a:schemeClr val="accent3">
                    <a:lumMod val="75000"/>
                  </a:schemeClr>
                </a:solidFill>
                <a:latin typeface="Arial Rounded MT Bold" pitchFamily="34" charset="0"/>
              </a:rPr>
              <a:t>isadvantage</a:t>
            </a:r>
          </a:p>
          <a:p>
            <a:endParaRPr lang="en-GB" u="sng" dirty="0" smtClean="0"/>
          </a:p>
          <a:p>
            <a:r>
              <a:rPr lang="en-GB" b="1" dirty="0" smtClean="0">
                <a:solidFill>
                  <a:schemeClr val="accent3">
                    <a:lumMod val="75000"/>
                  </a:schemeClr>
                </a:solidFill>
              </a:rPr>
              <a:t>  1) </a:t>
            </a:r>
            <a:r>
              <a:rPr lang="en-GB" dirty="0" smtClean="0"/>
              <a:t>A highly skilled operator is not                      </a:t>
            </a:r>
            <a:r>
              <a:rPr lang="en-GB" b="1" dirty="0" smtClean="0">
                <a:solidFill>
                  <a:schemeClr val="accent3">
                    <a:lumMod val="75000"/>
                  </a:schemeClr>
                </a:solidFill>
              </a:rPr>
              <a:t>1) </a:t>
            </a:r>
            <a:r>
              <a:rPr lang="en-GB" dirty="0" smtClean="0"/>
              <a:t>The cost of a CNC machine is much </a:t>
            </a:r>
          </a:p>
          <a:p>
            <a:r>
              <a:rPr lang="en-GB" dirty="0" smtClean="0"/>
              <a:t>   needed to turn a CNC Machine.                        higher than a manually operated machine.                                                                                   </a:t>
            </a:r>
          </a:p>
          <a:p>
            <a:r>
              <a:rPr lang="en-GB" b="1" dirty="0" smtClean="0">
                <a:solidFill>
                  <a:schemeClr val="accent3">
                    <a:lumMod val="75000"/>
                  </a:schemeClr>
                </a:solidFill>
              </a:rPr>
              <a:t>  2) </a:t>
            </a:r>
            <a:r>
              <a:rPr lang="en-GB" dirty="0" smtClean="0"/>
              <a:t>A semi-skilled operator can also                   </a:t>
            </a:r>
            <a:r>
              <a:rPr lang="en-GB" b="1" dirty="0" smtClean="0">
                <a:solidFill>
                  <a:schemeClr val="accent3">
                    <a:lumMod val="75000"/>
                  </a:schemeClr>
                </a:solidFill>
              </a:rPr>
              <a:t>2)</a:t>
            </a:r>
            <a:r>
              <a:rPr lang="en-GB" dirty="0" smtClean="0"/>
              <a:t> The initial cost is high.</a:t>
            </a:r>
          </a:p>
          <a:p>
            <a:r>
              <a:rPr lang="en-GB" dirty="0" smtClean="0"/>
              <a:t>   Operate accurately and more precisely.           </a:t>
            </a:r>
            <a:r>
              <a:rPr lang="en-GB" b="1" dirty="0" smtClean="0">
                <a:solidFill>
                  <a:schemeClr val="accent3">
                    <a:lumMod val="75000"/>
                  </a:schemeClr>
                </a:solidFill>
              </a:rPr>
              <a:t>3)</a:t>
            </a:r>
            <a:r>
              <a:rPr lang="en-GB" dirty="0" smtClean="0"/>
              <a:t> It does not eliminate the need for costly   </a:t>
            </a:r>
          </a:p>
          <a:p>
            <a:r>
              <a:rPr lang="en-GB" b="1" dirty="0" smtClean="0">
                <a:solidFill>
                  <a:schemeClr val="accent3">
                    <a:lumMod val="75000"/>
                  </a:schemeClr>
                </a:solidFill>
              </a:rPr>
              <a:t>  3) </a:t>
            </a:r>
            <a:r>
              <a:rPr lang="en-GB" dirty="0" smtClean="0"/>
              <a:t>It can be operate for 24 hours of a day.       Tools.</a:t>
            </a:r>
          </a:p>
          <a:p>
            <a:r>
              <a:rPr lang="en-GB" dirty="0" smtClean="0"/>
              <a:t>   Higher Flexibility also. </a:t>
            </a:r>
          </a:p>
          <a:p>
            <a:endParaRPr lang="en-GB" dirty="0" smtClean="0"/>
          </a:p>
          <a:p>
            <a:pPr>
              <a:buFont typeface="Wingdings" pitchFamily="2" charset="2"/>
              <a:buChar char="q"/>
            </a:pPr>
            <a:endParaRPr lang="en-US" sz="2800" u="sng" dirty="0">
              <a:latin typeface="Arial Rounded MT Bold" pitchFamily="34" charset="0"/>
            </a:endParaRP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BA1B0FB-D917-4C8C-928F-313BD683BF39}" type="slidenum">
              <a:rPr lang="en-US" smtClean="0"/>
              <a:pPr/>
              <a:t>21</a:t>
            </a:fld>
            <a:endParaRPr lang="en-US" dirty="0"/>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 xmlns:a16="http://schemas.microsoft.com/office/drawing/2014/main" id="{F8FAEED9-1ECD-45F9-87A0-9394BAEABB79}"/>
              </a:ext>
            </a:extLst>
          </p:cNvPr>
          <p:cNvSpPr>
            <a:spLocks noGrp="1"/>
          </p:cNvSpPr>
          <p:nvPr>
            <p:ph type="ctrTitle"/>
          </p:nvPr>
        </p:nvSpPr>
        <p:spPr>
          <a:xfrm>
            <a:off x="2857646" y="2326121"/>
            <a:ext cx="5437187" cy="1705552"/>
          </a:xfrm>
        </p:spPr>
        <p:txBody>
          <a:bodyPr/>
          <a:lstStyle/>
          <a:p>
            <a:r>
              <a:rPr lang="en-US" sz="6000" dirty="0">
                <a:latin typeface="Arial Rounded MT Bold" pitchFamily="34" charset="0"/>
              </a:rPr>
              <a:t>Thank You</a:t>
            </a:r>
          </a:p>
        </p:txBody>
      </p:sp>
      <p:sp>
        <p:nvSpPr>
          <p:cNvPr id="5" name="Footer Placeholder 4">
            <a:extLst>
              <a:ext uri="{FF2B5EF4-FFF2-40B4-BE49-F238E27FC236}">
                <a16:creationId xmlns="" xmlns:a16="http://schemas.microsoft.com/office/drawing/2014/main" id="{0B37A3FF-ED32-4C4A-A21F-848A3BF6F8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 xmlns:a16="http://schemas.microsoft.com/office/drawing/2014/main" id="{36E60F23-FB58-4EF8-82FD-E86CED25FDD4}"/>
              </a:ext>
            </a:extLst>
          </p:cNvPr>
          <p:cNvSpPr>
            <a:spLocks noGrp="1"/>
          </p:cNvSpPr>
          <p:nvPr>
            <p:ph type="sldNum" sz="quarter" idx="12"/>
          </p:nvPr>
        </p:nvSpPr>
        <p:spPr/>
        <p:txBody>
          <a:bodyPr/>
          <a:lstStyle/>
          <a:p>
            <a:r>
              <a:rPr lang="en-GB" dirty="0" smtClean="0"/>
              <a:t>22</a:t>
            </a:r>
          </a:p>
        </p:txBody>
      </p:sp>
    </p:spTree>
    <p:extLst>
      <p:ext uri="{BB962C8B-B14F-4D97-AF65-F5344CB8AC3E}">
        <p14:creationId xmlns="" xmlns:p14="http://schemas.microsoft.com/office/powerpoint/2010/main" val="3247798845"/>
      </p:ext>
    </p:extLst>
  </p:cSld>
  <p:clrMapOvr>
    <a:masterClrMapping/>
  </p:clrMapOvr>
  <p:transition>
    <p:fade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DF76BC85-9361-4044-951E-1D698143E543}">
  <ds:schemaRefs>
    <ds:schemaRef ds:uri="http://schemas.microsoft.com/sharepoint/v3/contenttype/forms"/>
  </ds:schemaRefs>
</ds:datastoreItem>
</file>

<file path=customXml/itemProps2.xml><?xml version="1.0" encoding="utf-8"?>
<ds:datastoreItem xmlns:ds="http://schemas.openxmlformats.org/officeDocument/2006/customXml" ds:itemID="{5A163FB7-958F-4794-B3EE-EC8933868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F128D9D-8887-4AE7-BD39-EBCD268E91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Civic</Template>
  <TotalTime>0</TotalTime>
  <Words>842</Words>
  <Application>Microsoft Office PowerPoint</Application>
  <PresentationFormat>Custom</PresentationFormat>
  <Paragraphs>139</Paragraphs>
  <Slides>22</Slides>
  <Notes>3</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Civic</vt:lpstr>
      <vt:lpstr>INDUSTRIAL TRAINIG PRESENTATION  CNC MACHINE</vt:lpstr>
      <vt:lpstr>Introduction</vt:lpstr>
      <vt:lpstr>   Mechanical Engineering</vt:lpstr>
      <vt:lpstr>What does Mechanical Engineer do?</vt:lpstr>
      <vt:lpstr>Topics</vt:lpstr>
      <vt:lpstr>Introduction Of CNC Machine</vt:lpstr>
      <vt:lpstr>History of CNC Machines</vt:lpstr>
      <vt:lpstr>Application of CNC Machine</vt:lpstr>
      <vt:lpstr>Automotive Industry  </vt:lpstr>
      <vt:lpstr>Healthcare Centre</vt:lpstr>
      <vt:lpstr>Compression Between Lathe Machine and CNC Machine.</vt:lpstr>
      <vt:lpstr>Parts Of CNC Machines</vt:lpstr>
      <vt:lpstr>Types Of CNC Machine</vt:lpstr>
      <vt:lpstr>CNC MILLING MACHINE</vt:lpstr>
      <vt:lpstr>CNC ROUTER MACHINE</vt:lpstr>
      <vt:lpstr>CNC lASER CUTTING MACHINE</vt:lpstr>
      <vt:lpstr>CNC PLASMA CUTTING MACHINE</vt:lpstr>
      <vt:lpstr>3-D PRINTER</vt:lpstr>
      <vt:lpstr>5-AXIS CNC MACHINE</vt:lpstr>
      <vt:lpstr>PICK AND PLACE CNC MACHINE</vt:lpstr>
      <vt:lpstr>Advantage and Disadvantage of CNC Machine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2021-01-28T12:59:42Z</dcterms:created>
  <dcterms:modified xsi:type="dcterms:W3CDTF">2023-08-25T07:08:50Z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